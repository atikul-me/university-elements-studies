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23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7315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182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0" y="5486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274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6400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0" y="10058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9202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13716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10972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6459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2103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004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4389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38404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46634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42976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35661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4846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4572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EPIC STORY OF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9601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8000" dirty="0"/>
          </a:p>
        </p:txBody>
      </p:sp>
      <p:sp>
        <p:nvSpPr>
          <p:cNvPr id="29" name="Shape 27"/>
          <p:cNvSpPr/>
          <p:nvPr/>
        </p:nvSpPr>
        <p:spPr>
          <a:xfrm>
            <a:off x="1371600" y="2971800"/>
            <a:ext cx="731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4480" y="3063240"/>
            <a:ext cx="6035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 Civilizations  •  2,600 Years  •  Infinite Curiosity</a:t>
            </a:r>
            <a:endParaRPr lang="en-US" sz="1100" dirty="0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88F99600-DDDB-4137-B346-A9879D005576}"/>
              </a:ext>
            </a:extLst>
          </p:cNvPr>
          <p:cNvSpPr/>
          <p:nvPr/>
        </p:nvSpPr>
        <p:spPr>
          <a:xfrm>
            <a:off x="1554480" y="310896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I have seen further, it is by standing on the shoulders of giants."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Isaac Newton  |  Also: Physics is just nature showing off. 😄</a:t>
            </a:r>
            <a:endParaRPr lang="en-US" sz="1400" dirty="0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E8410165-6D4C-41C0-8294-D3F25BB3664C}"/>
              </a:ext>
            </a:extLst>
          </p:cNvPr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Ancient Wonder to Quantum Mystery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PHYSICS?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Defined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Greek </a:t>
            </a: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"physis"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Nature
The science of: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91440" cy="274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&amp; Energy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07208"/>
            <a:ext cx="914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072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&amp;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82696"/>
            <a:ext cx="91440" cy="274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826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&amp; Motion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58184"/>
            <a:ext cx="91440" cy="2743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581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&amp; Universe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233672"/>
            <a:ext cx="91440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2336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&amp; Waves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914400"/>
            <a:ext cx="411480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005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Branches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1417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Mechanics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Motion, forces, gravity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18928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Thermodynamics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Heat, temperature, energy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36829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Electromagnetism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&amp; magnetic forces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84378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Sub-atomic world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3192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Relativity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Space, time, gravity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794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Physics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nucleus &amp; reactions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42702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&amp; wave behavior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428"/>
          </a:solidFill>
          <a:ln w="12700">
            <a:solidFill>
              <a:srgbClr val="0D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ANCIENT GREECE — WHERE IT ALL BEGAN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BCE – 200 BCE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Physics Was Born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thinkers replaced myth with reason. They asked WHY — and physics was born from that question.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20240"/>
            <a:ext cx="73152" cy="1280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Thales of Miletus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2267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~624–546 BCE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4688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explain nature without gods. Proposed water as the fundamental substance of all things.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92024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Democritus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73752" y="2267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~460–370 BCE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73752" y="24688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the atom (atomos = indivisible). 2,400 years ahead of Bohr. Coincidence? Nope — pure genius.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337560"/>
            <a:ext cx="73152" cy="1280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Aristotle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" y="36850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384–322 BCE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" y="38862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motion types. Said heavier objects fall faster. WRONG — but he dominated science for 2,000 years.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337560"/>
            <a:ext cx="73152" cy="1280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🛁 Archimedes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73752" y="36850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287–212 BCE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3752" y="38862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buoyancy, levers, pulleys. Calculated pi. Applied math to physics with stunning accuracy.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4617720"/>
            <a:ext cx="8686800" cy="411480"/>
          </a:xfrm>
          <a:prstGeom prst="rect">
            <a:avLst/>
          </a:prstGeom>
          <a:solidFill>
            <a:srgbClr val="0D1428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6360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b="1" i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Archimedes ran through Syracuse shouting "Eureka!" Physics has always required passion. And apparently, no clothes.</a:t>
            </a:r>
            <a:endParaRPr lang="en-US" sz="105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428"/>
          </a:solidFill>
          <a:ln w="12700">
            <a:solidFill>
              <a:srgbClr val="0D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ANCIENT GREECE — MORE GREAT MINDS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BCE – 200 BCE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Physics Goes Deeper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famous names — a whole civilization was obsessing over nature's rules.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20240"/>
            <a:ext cx="73152" cy="12801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Pythagoras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2267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~570–495 BCE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4688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governs nature. His theorem still used in GPS, architecture, and basically everything.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92024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Empedocles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73752" y="2267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~494–434 BCE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73752" y="24688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four elements: fire, water, earth, air. Wrong, but inspired centuries of natural philosophy.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337560"/>
            <a:ext cx="73152" cy="1280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Aristarchus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" y="36850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~310–230 BCE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" y="38862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Earth orbits the Sun — 1,700 years before Copernicus! Nobody believed him. Classic.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337560"/>
            <a:ext cx="73152" cy="1280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Eratosthenes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73752" y="36850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~276–194 BCE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3752" y="38862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Earth's circumference using sticks and shadows. Error: less than 2%. Mind-blowing accuracy.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4617720"/>
            <a:ext cx="8686800" cy="411480"/>
          </a:xfrm>
          <a:prstGeom prst="rect">
            <a:avLst/>
          </a:prstGeom>
          <a:solidFill>
            <a:srgbClr val="0D1428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6360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Aristarchus said Earth goes around the Sun in 250 BCE. The Catholic Church banned Galileo for saying the same in 1633. Progress is slow.</a:t>
            </a:r>
            <a:endParaRPr lang="en-US" sz="105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428"/>
          </a:solidFill>
          <a:ln w="12700">
            <a:solidFill>
              <a:srgbClr val="0D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ISLAMIC GOLDEN AGE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CE – 1300 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Torch Keepers of Science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Europe was in the Dark Ages, Islamic scholars translated, preserved, and ADVANCED Greek knowledge.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2024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Ibn al-Haytham (Alhazen)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2267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965–1040 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4688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of Optics. First proved eyes receive light, not emit it. Invented camera obscura. Founded experimental method.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920240"/>
            <a:ext cx="73152" cy="1280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Al-Biruni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73752" y="2267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973–1048 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73752" y="24688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Earth's radius with &lt;1% error using math. Measured densities of 18 metals. Extraordinary experimentalist.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337560"/>
            <a:ext cx="73152" cy="1280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 Ibn Sina (Avicenna)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" y="36850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980–1037 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" y="38862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motion, force, and vacuum. Concept of 'impressed force' prefigures Newton's inertia by 700 years.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337560"/>
            <a:ext cx="73152" cy="1280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Al-Khwarizmi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73752" y="36850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780–850 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3752" y="38862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of Algebra. His math became the language of physics. The word 'algebra' comes from his book title.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4617720"/>
            <a:ext cx="8686800" cy="411480"/>
          </a:xfrm>
          <a:prstGeom prst="rect">
            <a:avLst/>
          </a:prstGeom>
          <a:solidFill>
            <a:srgbClr val="0D14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6360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The words algebra, algorithm, alcohol, and alchemy all come from Arabic. Physics literally speaks Arabic.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428"/>
          </a:solidFill>
          <a:ln w="12700">
            <a:solidFill>
              <a:srgbClr val="0D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ISLAMIC SCIENCE — CONTINUED BRILLIANCE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CE – 1300 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Giants of the Golden Age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Baghdad to Cordoba, a network of scholars sharing ideas across continents.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20240"/>
            <a:ext cx="73152" cy="12801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Al-Kindi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2267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801–873 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4688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quantify medicine doses using mathematics. Connected optics, music, and philosophy in a unified natural science.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92024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Ibn Rushd (Averroes)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73752" y="2267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1126–1198 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73752" y="24688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 Aristotle with physics. His commentaries taught European universities for 300 years.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337560"/>
            <a:ext cx="73152" cy="1280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Al-Jazari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" y="36850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1136–1206 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" y="38862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genius: invented crankshafts, camshafts, water clocks. The Da Vinci of the Islamic world.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337560"/>
            <a:ext cx="73152" cy="1280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Ibn al-Nafis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73752" y="36850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1213–1288 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3752" y="38862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pulmonary blood circulation 300 years before Harvey. Physics meets biology.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4617720"/>
            <a:ext cx="8686800" cy="411480"/>
          </a:xfrm>
          <a:prstGeom prst="rect">
            <a:avLst/>
          </a:prstGeom>
          <a:solidFill>
            <a:srgbClr val="0D14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6360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Al-Jazari designed a hand-washing automaton in 1206. Medieval robot engineering — for hygiene. Physics serving humanity</a:t>
            </a: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428"/>
          </a:solidFill>
          <a:ln w="12700">
            <a:solidFill>
              <a:srgbClr val="0D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THE SCIENTIFIC REVOLUTION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– 1700 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Wakes Up — And Runs With Physics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with Arabic algebra and Greek geometry, Europeans built the scientific method and changed the world.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20240"/>
            <a:ext cx="73152" cy="12801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Nicolaus Copernicus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2267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1473–1543 | Poland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4688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Sun at the center. Waited until his deathbed to publish — probably wise, given the Church's opinions.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92024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Tycho Brahe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73752" y="2267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1546–1601 | Denmark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73752" y="24688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naked-eye astronomer ever. Had a golden nose (lost his real one in a duel). Kept a pet elk. Science was wild.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337560"/>
            <a:ext cx="73152" cy="1280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🪐 Johannes Kepler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" y="36850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1571–1630 | Germany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" y="38862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laws of planetary motion from Brahe's data. Showed orbits are ellipses, not circles. Beautiful math.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337560"/>
            <a:ext cx="73152" cy="1280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Galileo Galilei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73752" y="36850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1564–1642 | Italy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3752" y="38862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cannonballs off Pisa, proved equal fall. Built better telescopes. House arrest for heliocentrism.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6360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ISAAC NEWTON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 Who Invented Modern Physics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1643 – 1727  |  England  </a:t>
            </a:r>
            <a:r>
              <a:rPr lang="en-US" sz="1200" b="1" i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Never Married  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Probably Too Busy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2788920" cy="1737360"/>
          </a:xfrm>
          <a:prstGeom prst="rect">
            <a:avLst/>
          </a:prstGeom>
          <a:solidFill>
            <a:srgbClr val="1E293B"/>
          </a:solidFill>
          <a:ln w="254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83080"/>
            <a:ext cx="2788920" cy="4114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105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Law — Inertia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stays still or keeps moving unless a force acts on it.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'Things are lazy by nature.' — the universe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783080"/>
            <a:ext cx="2788920" cy="173736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783080"/>
            <a:ext cx="27889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8105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Law — F = ma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240280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= Mass × Acceleration. The most useful equation in engineering.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explains why you feel heavier in a lift.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783080"/>
            <a:ext cx="2788920" cy="1737360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783080"/>
            <a:ext cx="2788920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8105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Law — Action-Reaction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240280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has an equal and opposite reaction.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Rockets, jets, swimming — all Newton.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11880"/>
            <a:ext cx="85953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 Universal Gravitation: F = Gm₁m₂/r²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mass attracts every other mass in the universe. The apple, the Moon, you and your chair — all pulling on each other. Romantic, really.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4617720"/>
            <a:ext cx="8686800" cy="411480"/>
          </a:xfrm>
          <a:prstGeom prst="rect">
            <a:avLst/>
          </a:prstGeom>
          <a:solidFill>
            <a:srgbClr val="0D14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6360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😄  Newton also invented calculus — just as a tool to solve physics problems. "Oh, the math doesn't exist yet? Fine, I'll invent it." — Newton, probably.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THERMODYNAMICS — The Physics of Heat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Your Coffee Goes Cold (and Other Cosmic Truths)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2062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73152" cy="1417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5361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0th Law — Thermal Equilibrium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847088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is in equilibrium with B, and B with C, then A and C are too. Sounds obvious, but it defines temperature itself.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42062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6304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5361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Law — Conservation of Energy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1847088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is never created or destroyed — only transformed. You can't get more out than you put in. No free lunches.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42062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17520"/>
            <a:ext cx="73152" cy="14173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0906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Law — Entropy Always Increases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" y="3401568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Disorder grows over time. Your room gets messy on its own. The universe trends toward chaos. Relatable.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017520"/>
            <a:ext cx="42062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017520"/>
            <a:ext cx="73152" cy="1417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30906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Law — Absolute Zero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3401568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never reach absolute zero (−273.15°C). The coldest possible temperature — and you can never quite get there.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4617720"/>
            <a:ext cx="8686800" cy="411480"/>
          </a:xfrm>
          <a:prstGeom prst="rect">
            <a:avLst/>
          </a:prstGeom>
          <a:solidFill>
            <a:srgbClr val="0D14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6360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b="1" i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2nd Law of Thermodynamics is why your desk is always messy, your earphones always tangled, and life always complicated.</a:t>
            </a:r>
            <a:endParaRPr lang="en-US" sz="105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428"/>
          </a:solidFill>
          <a:ln w="12700">
            <a:solidFill>
              <a:srgbClr val="0D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ELECTROMAGNETISM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1800s 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Force That Runs Modern Civilization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electromagnetism: no electricity, no light bulbs, no phones, no internet, no you reading this.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2024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Michael Faraday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2267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1791–1867 | England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4688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education. Discovered EM induction, invented electric motor &amp; generator. Self-taught genius.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920240"/>
            <a:ext cx="73152" cy="1280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James Clerk Maxwell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73752" y="2267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1831–1879 | Scotland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73752" y="24688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equations that unified electricity, magnetism, and light. Einstein called it 'the most profound change in physics since Newton.'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337560"/>
            <a:ext cx="73152" cy="1280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André-Marie Ampère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" y="36850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1775–1836 | France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" y="38862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electrodynamics. Derived Ampere's law. The unit of electric current is named after him.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337560"/>
            <a:ext cx="73152" cy="1280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📻 Heinrich Hertz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73752" y="36850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1857–1894 | Germany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3752" y="38862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prove electromagnetic waves exist. Unit of frequency (Hz) named after him. Died at 36 — tragic loss.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4617720"/>
            <a:ext cx="8686800" cy="411480"/>
          </a:xfrm>
          <a:prstGeom prst="rect">
            <a:avLst/>
          </a:prstGeom>
          <a:solidFill>
            <a:srgbClr val="0D14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6360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i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Faraday had no math degree. When asked what his EM induction was useful for, he said: "What use is a newborn baby?" (It powers the world now.)</a:t>
            </a:r>
            <a:endParaRPr lang="en-US" sz="105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🌈  OPTICS — The Science of Light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Rainbows to Lasers — Light Has Always Been Fascinating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1417320"/>
            <a:ext cx="28346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as a Wave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Huygens (1678) showed light behaves as a wave — it diffracts, reflects, and interferes just like water waves.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1417320"/>
            <a:ext cx="28346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0128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13048" y="1508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as a Particle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20116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believed light was particles ('corpuscles'). Einstein proved photons exist (1905). Both were right — wave-particle duality!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63056" y="1417320"/>
            <a:ext cx="28346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0216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🌈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03136" y="1508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&amp; Spectrum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0216" y="20116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split white light into a rainbow with a prism. Every color = different frequency. Visible light is tiny slice of EM spectrum.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3200400"/>
            <a:ext cx="28346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960" y="3291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Refraction &amp; Lenses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" y="37947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Snell's Law (1621): light bends when entering different media. Basis of all lenses — glasses, cameras, telescopes, microscopes.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72968" y="3200400"/>
            <a:ext cx="28346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10128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💫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13048" y="3291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Light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37947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299,792,458 m/s. Measured by Rømer (1676) first. Einstein made it the universal speed limit. Nothing faster exists.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63056" y="3200400"/>
            <a:ext cx="28346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0216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🔦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03136" y="3291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0216" y="37947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physics gift to the world (1960). Used in surgery, barcode scanners, fibre optics, DVDs, and cat toys.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PHYSICS TIMELINE — 600 BCE to Today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2743200"/>
            <a:ext cx="8412480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" y="2633472"/>
            <a:ext cx="201168" cy="201168"/>
          </a:xfrm>
          <a:prstGeom prst="ellipse">
            <a:avLst/>
          </a:prstGeom>
          <a:solidFill>
            <a:srgbClr val="F472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1828800"/>
            <a:ext cx="0" cy="914400"/>
          </a:xfrm>
          <a:prstGeom prst="line">
            <a:avLst/>
          </a:prstGeom>
          <a:noFill/>
          <a:ln w="19050">
            <a:solidFill>
              <a:srgbClr val="F472B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1188720"/>
            <a:ext cx="9601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11887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BCE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0" y="146304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89304" y="2633472"/>
            <a:ext cx="201168" cy="201168"/>
          </a:xfrm>
          <a:prstGeom prst="ellipse">
            <a:avLst/>
          </a:prstGeom>
          <a:solidFill>
            <a:srgbClr val="22D3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834640"/>
            <a:ext cx="0" cy="914400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60120" y="3794760"/>
            <a:ext cx="9601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794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BCE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406908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Archimedes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Buoyancy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78024" y="2633472"/>
            <a:ext cx="201168" cy="201168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8608" y="1828800"/>
            <a:ext cx="0" cy="91440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148840" y="1188720"/>
            <a:ext cx="9601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11887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48840" y="146304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Alhazen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 Book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66744" y="2633472"/>
            <a:ext cx="201168" cy="201168"/>
          </a:xfrm>
          <a:prstGeom prst="ellipse">
            <a:avLst/>
          </a:prstGeom>
          <a:solidFill>
            <a:srgbClr val="A78B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67328" y="2834640"/>
            <a:ext cx="0" cy="914400"/>
          </a:xfrm>
          <a:prstGeom prst="line">
            <a:avLst/>
          </a:prstGeom>
          <a:noFill/>
          <a:ln w="19050">
            <a:solidFill>
              <a:srgbClr val="A78BF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337560" y="3794760"/>
            <a:ext cx="9601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794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7560" y="406908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Copernicus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Heliocentric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64024" y="2633472"/>
            <a:ext cx="201168" cy="201168"/>
          </a:xfrm>
          <a:prstGeom prst="ellipse">
            <a:avLst/>
          </a:prstGeom>
          <a:solidFill>
            <a:srgbClr val="22D3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64608" y="1828800"/>
            <a:ext cx="0" cy="914400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434840" y="1188720"/>
            <a:ext cx="9601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11887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34840" y="146304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61304" y="2633472"/>
            <a:ext cx="201168" cy="201168"/>
          </a:xfrm>
          <a:prstGeom prst="ellipse">
            <a:avLst/>
          </a:prstGeom>
          <a:solidFill>
            <a:srgbClr val="34D3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61888" y="2834640"/>
            <a:ext cx="0" cy="914400"/>
          </a:xfrm>
          <a:prstGeom prst="line">
            <a:avLst/>
          </a:prstGeom>
          <a:noFill/>
          <a:ln w="19050">
            <a:solidFill>
              <a:srgbClr val="34D399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532120" y="3794760"/>
            <a:ext cx="9601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794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32120" y="406908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58584" y="2633472"/>
            <a:ext cx="201168" cy="201168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59168" y="1828800"/>
            <a:ext cx="0" cy="91440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629400" y="1188720"/>
            <a:ext cx="9601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11887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29400" y="146304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Relativity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55864" y="2633472"/>
            <a:ext cx="201168" cy="201168"/>
          </a:xfrm>
          <a:prstGeom prst="ellipse">
            <a:avLst/>
          </a:prstGeom>
          <a:solidFill>
            <a:srgbClr val="F472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56448" y="2834640"/>
            <a:ext cx="0" cy="914400"/>
          </a:xfrm>
          <a:prstGeom prst="line">
            <a:avLst/>
          </a:prstGeom>
          <a:noFill/>
          <a:ln w="19050">
            <a:solidFill>
              <a:srgbClr val="F472B6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7726680" y="3794760"/>
            <a:ext cx="9601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26680" y="37947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26680" y="406908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2,600 years of standing on each other's shoulders — a 100% collaborative project between all of humanity 🌍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COMPARING THREE GREAT TRADITIONS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173736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2296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65960" y="822960"/>
            <a:ext cx="2377440" cy="438912"/>
          </a:xfrm>
          <a:prstGeom prst="rect">
            <a:avLst/>
          </a:prstGeom>
          <a:solidFill>
            <a:srgbClr val="F472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8229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(600–200 BCE)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822960"/>
            <a:ext cx="237744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8229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(800–1300 CE)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20840" y="822960"/>
            <a:ext cx="2377440" cy="438912"/>
          </a:xfrm>
          <a:prstGeom prst="rect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8229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(1500–1900)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1261872"/>
            <a:ext cx="17373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2618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65960" y="1261872"/>
            <a:ext cx="23774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12618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reasoning &amp; debate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1261872"/>
            <a:ext cx="23774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2618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+ Islamic math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0840" y="1261872"/>
            <a:ext cx="23774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2618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+ calculus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1783080"/>
            <a:ext cx="173736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783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65960" y="1783080"/>
            <a:ext cx="237744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1783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Aristotle, Archimedes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1783080"/>
            <a:ext cx="237744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1783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Alhazen, Al-Biruni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1783080"/>
            <a:ext cx="237744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1783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Newton, Maxwell, Faraday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2304288"/>
            <a:ext cx="17373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30428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Greatest Hit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65960" y="2304288"/>
            <a:ext cx="23774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23042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theory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43400" y="2304288"/>
            <a:ext cx="23774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23042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of Optics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20840" y="2304288"/>
            <a:ext cx="23774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23042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Motion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" y="2825496"/>
            <a:ext cx="173736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282549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965960" y="2825496"/>
            <a:ext cx="237744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0" y="282549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all science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43400" y="2825496"/>
            <a:ext cx="237744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0" y="282549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&amp; advanced knowledge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20840" y="2825496"/>
            <a:ext cx="237744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282549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modern physics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28600" y="3346704"/>
            <a:ext cx="17373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34670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965960" y="3346704"/>
            <a:ext cx="23774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0" y="334670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&amp; logic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343400" y="3346704"/>
            <a:ext cx="23774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0" y="334670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 + algebra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720840" y="3346704"/>
            <a:ext cx="23774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334670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Telescopes, calculus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28600" y="3867912"/>
            <a:ext cx="173736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38679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965960" y="3867912"/>
            <a:ext cx="237744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11680" y="38679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Untested ideas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343400" y="3867912"/>
            <a:ext cx="237744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0" y="38679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Disrupted by politics/war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720840" y="3867912"/>
            <a:ext cx="237744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66560" y="38679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other traditions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28600" y="4389120"/>
            <a:ext cx="17373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389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965960" y="4389120"/>
            <a:ext cx="23774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011680" y="4389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taught today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343400" y="4389120"/>
            <a:ext cx="23774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0" y="4389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them, no Renaissance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720840" y="4389120"/>
            <a:ext cx="23774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66560" y="4389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Revolution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28600" y="4617720"/>
            <a:ext cx="8686800" cy="411480"/>
          </a:xfrm>
          <a:prstGeom prst="rect">
            <a:avLst/>
          </a:prstGeom>
          <a:solidFill>
            <a:srgbClr val="0D142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6360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Conclusion: Physics is humanity's greatest team sport. Greek foundations + Arabic preservation + European revolution = modern world.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👨‍🔬  ALBERT EINSTEIN &amp; RELATIVITY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 Who Broke Physics (And Fixed It)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1879–1955  |  Germany / USA  |  Failed his first university entrance exam  |  Patent clerk → Nobel Prize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00200"/>
            <a:ext cx="73152" cy="1280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673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Relativity (1905)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984248"/>
            <a:ext cx="39319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and time are relative to the observer. The faster you move, the slower time passes for you. Twin paradox: fly fast and age slower than your twin.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60020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673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mc²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1984248"/>
            <a:ext cx="39319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and energy are equivalent. A tiny mass = enormous energy. This equation explains nuclear energy, stars, and why the Sun shines for billions of years.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17520"/>
            <a:ext cx="73152" cy="1280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090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Relativity (1915)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" y="3401568"/>
            <a:ext cx="39319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is not a force — it's the curvature of spacetime. Massive objects bend space like a bowling ball on a trampoline. Confirmed in 1919 eclipse.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017520"/>
            <a:ext cx="73152" cy="1280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3090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Photoelectric Effect (Nobel)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73752" y="3401568"/>
            <a:ext cx="39319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comes in packets called photons. This launched quantum mechanics — ironic, since Einstein later hated quantum mechanics ('God doesn't play dice').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4617720"/>
            <a:ext cx="8686800" cy="411480"/>
          </a:xfrm>
          <a:prstGeom prst="rect">
            <a:avLst/>
          </a:prstGeom>
          <a:solidFill>
            <a:srgbClr val="0D14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6360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b="1" i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 said: "The difference between genius and stupidity is that genius has its limits." He was wrong about quantum mechanics though. Even geniuses have blind spots.</a:t>
            </a:r>
            <a:endParaRPr lang="en-US" sz="105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472B6">
              <a:alpha val="1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QUANTUM MECHANICS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quantum mechanics hasn't profoundly shocked you, you haven't understood it." — Niels Bohr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420624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27632"/>
            <a:ext cx="73152" cy="13258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7007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Wave-Particle Duality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2011680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behave as waves AND particles. An electron goes through both slits simultaneously... until you look. Looking changes the result.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627632"/>
            <a:ext cx="420624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627632"/>
            <a:ext cx="73152" cy="1325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7007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Uncertainty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2011680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precisely know both position AND momentum of a particle. This is not a measurement problem — it's built into nature.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90672"/>
            <a:ext cx="420624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90672"/>
            <a:ext cx="73152" cy="13258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1638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" y="3474720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particle exists in all possible states at once until measured. Schrödinger's cat: alive AND dead until you open the box. Literally.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090672"/>
            <a:ext cx="420624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090672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31638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Entanglement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73752" y="3474720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particles can be connected across any distance. Measure one — the other instantly responds. Einstein called it 'spooky action at a distance.'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4617720"/>
            <a:ext cx="8686800" cy="411480"/>
          </a:xfrm>
          <a:prstGeom prst="rect">
            <a:avLst/>
          </a:prstGeom>
          <a:solidFill>
            <a:srgbClr val="0D1428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6360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i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Schrödinger invented his cat thought experiment to show how ABSURD quantum mechanics is. Physicists responded: "Cool, we love the cat!" He was not amused.</a:t>
            </a:r>
            <a:endParaRPr lang="en-US" sz="1050" b="1" dirty="0">
              <a:solidFill>
                <a:srgbClr val="FFFF00"/>
              </a:solidFill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052C31DF-13D2-413B-BFA9-41AEFC8C51B2}"/>
              </a:ext>
            </a:extLst>
          </p:cNvPr>
          <p:cNvSpPr/>
          <p:nvPr/>
        </p:nvSpPr>
        <p:spPr>
          <a:xfrm>
            <a:off x="274320" y="4572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Reality Gets Weird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☢️  NUCLEAR PHYSICS — Power of the Atom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Powerful — and Most Dangerous — Physics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25272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mc² made real. A tiny amount of mass releases unimaginable energy.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42062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Radioactivity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Curie (1898): some atoms spontaneously emit radiation. Alpha, beta, gamma. She won TWO Nobel Prizes and literally glowed. Her notebooks still radioactive.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691640"/>
            <a:ext cx="42062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1783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Structure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2860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Rutherford (1911) shot particles at gold foil — some bounced back! Proved atoms have a tiny, dense nucleus. Called it 'the most surprising event of my life.'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42062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3291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Fission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37947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a heavy atom (uranium) releases enormous energy. Used in nuclear power plants (clean energy) and atomic bombs (not clean). Same physics, different choices.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200400"/>
            <a:ext cx="42062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49240" y="3291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Fusion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7947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light atoms releases even MORE energy. Powers the Sun. Humans have been 30 years away from usable fusion for the past 70 years. But we're getting closer!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4617720"/>
            <a:ext cx="8686800" cy="411480"/>
          </a:xfrm>
          <a:prstGeom prst="rect">
            <a:avLst/>
          </a:prstGeom>
          <a:solidFill>
            <a:srgbClr val="0D1428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6360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Marie Curie kept radioactive samples in her desk drawer because they glowed prettily at night. Safety regulations were invented largely because of physicists.</a:t>
            </a:r>
            <a:endParaRPr lang="en-US" sz="105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428"/>
          </a:solidFill>
          <a:ln w="12700">
            <a:solidFill>
              <a:srgbClr val="0D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MODERN PHYSICS — 20th Century Onwards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1900s–Present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Gets Weird, Wonderful, and Wildly Useful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20th century didn't just change physics — it changed what 'reality' means.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20240"/>
            <a:ext cx="73152" cy="1280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Standard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2267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 onwards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4688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periodic table of particles. Quarks, leptons, bosons. Describes all known fundamental particles and three of four forces.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92024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Higgs Boson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73752" y="2267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1964, found 2012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73752" y="24688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'God particle' — gives mass to other particles. Found after a 50-year hunt using the world's largest machine (LHC at CERN).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337560"/>
            <a:ext cx="73152" cy="1280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Gravitational Waves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" y="36850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1915, found 2016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" y="38862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Ripples in spacetime from merging black holes. Detected by LIGO after 100 years. Einstein was right — again.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337560"/>
            <a:ext cx="73152" cy="1280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🕳️ Black Holes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73752" y="36850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1916 theory, photographed 2019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3752" y="38862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massive not even light escapes. First photograph taken in 2019. They bend time, swallow matter, and confuse everyone.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4617720"/>
            <a:ext cx="8686800" cy="411480"/>
          </a:xfrm>
          <a:prstGeom prst="rect">
            <a:avLst/>
          </a:prstGeom>
          <a:solidFill>
            <a:srgbClr val="0D142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6360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Scientists called the Higgs "the God Particle." The physicist who coined it wanted to call it "the Goddamn Particle" because it was so hard to find.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PHYSICS IN YOUR DAILY LIFE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4124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Using Physics Right Now — Whether You Know It or Not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1371600"/>
            <a:ext cx="28346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371600"/>
            <a:ext cx="283464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813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4813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993392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Touchscreens (EM), GPS (relativity corrections!), cellular signals (Maxwell waves), camera (quantum optics), chips (quantum tunneling).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1371600"/>
            <a:ext cx="28346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371600"/>
            <a:ext cx="283464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4813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13048" y="14813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Machines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0128" y="1993392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Magnetic Resonance — quantum physics inside a hospital. Gives doctors 3D images of soft tissue. Zero radiation. Pure physics.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63056" y="1371600"/>
            <a:ext cx="28346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371600"/>
            <a:ext cx="283464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4813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03136" y="14813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0216" y="1993392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optic cables carry light pulses. Signals travel via EM waves. Every click is photons moving at the speed of light.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3154680"/>
            <a:ext cx="28346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3154680"/>
            <a:ext cx="283464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2644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2960" y="32644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Grid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" y="3776472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Faraday's induction. Generators spin magnets near coils. AC current (Tesla vs Edison was a literal war). Powers your home 24/7.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72968" y="3154680"/>
            <a:ext cx="28346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72968" y="3154680"/>
            <a:ext cx="283464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2644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13048" y="32644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Cars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10128" y="3776472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Motors: Faraday. Batteries: electrochemistry. Regenerative braking: Newton's 3rd law. ABS sensors: Hall effect. Physics on wheels.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63056" y="3154680"/>
            <a:ext cx="28346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3154680"/>
            <a:ext cx="283464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0216" y="32644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03136" y="32644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Satellites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00216" y="3776472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relativity corrections (special + general), GPS would drift by 11km/day. Einstein makes your navigation accurate.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428"/>
          </a:solidFill>
          <a:ln w="12700">
            <a:solidFill>
              <a:srgbClr val="0D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MOST FAMOUS PHYSICS EXPERIMENTS EVER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Experiments That Changed Everything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experiments didn't just test theories — they rewrote our understanding of reality.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20240"/>
            <a:ext cx="73152" cy="1280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Double-Slit Experiment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2267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4688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Fired electrons one at a time — they still made an interference pattern! Particles behave as waves. Observation collapses the wave.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92024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993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Michelson-Morley (1887)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73752" y="2267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73752" y="24688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to detect the 'ether' that light travels through. Found nothing — light speed is constant! Led directly to relativity.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337560"/>
            <a:ext cx="73152" cy="1280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Rutherford Gold Foil (1911)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" y="36850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" y="38862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alpha particles at gold. Most went through; some bounced back. Proved atoms are mostly empty space with a tiny nucleus.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337560"/>
            <a:ext cx="4206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337560"/>
            <a:ext cx="73152" cy="1280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Cavendish Torsion Balance (1798)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73752" y="368503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3752" y="38862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the gravitational constant G. Literally weighed the Earth. In his own house. With two lead balls and a wire.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4617720"/>
            <a:ext cx="8686800" cy="411480"/>
          </a:xfrm>
          <a:prstGeom prst="rect">
            <a:avLst/>
          </a:prstGeom>
          <a:solidFill>
            <a:srgbClr val="0D14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6360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i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Cavendish was so shy he communicated with his servants via written notes. Yet he weighed the Earth alone in his private lab. Introverts do great science.</a:t>
            </a:r>
            <a:endParaRPr lang="en-US" sz="105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7315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182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0" y="5486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274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6400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0" y="10058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9202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13716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10972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6459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2103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004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4389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38404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46634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42976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35661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4846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4572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1828800"/>
            <a:ext cx="2743200" cy="27432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428"/>
          </a:solidFill>
          <a:ln w="12700">
            <a:solidFill>
              <a:srgbClr val="0D14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914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🌌  COSMOLOGY — Physics of the Entire Universe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914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Bang to Heat Death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Physics of All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274320" y="1554480"/>
            <a:ext cx="42062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1554480"/>
            <a:ext cx="73152" cy="13716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16276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The Big Bang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38912" y="19659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~13.8 billion years ago, everything — all matter, energy, space, time — exploded from a singularity. Physics describes what happened 10⁻⁴³ seconds after. But not the moment itself. Yet.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1554480"/>
            <a:ext cx="42062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1554480"/>
            <a:ext cx="73152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3752" y="16276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🌑  Dark Matter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73752" y="19659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of universe. We know it's there because of how galaxies rotate — but we've never directly detected it. The biggest mystery in physics right now.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3063240"/>
            <a:ext cx="42062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3063240"/>
            <a:ext cx="73152" cy="13716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31363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🌌  Dark Energy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38912" y="34747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universe. Causing space itself to expand — and accelerate. We have no idea what it is. Physicists gave it a name to feel better about not knowing.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09160" y="3063240"/>
            <a:ext cx="42062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3063240"/>
            <a:ext cx="73152" cy="13716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73752" y="31363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🕳️  Black Holes &amp; Singularities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873752" y="34747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both General Relativity and Quantum Mechanics break down simultaneously. The universe's way of telling us physics isn't complete yet.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28600" y="4617720"/>
            <a:ext cx="8686800" cy="411480"/>
          </a:xfrm>
          <a:prstGeom prst="rect">
            <a:avLst/>
          </a:prstGeom>
          <a:solidFill>
            <a:srgbClr val="0D142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6360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🌌  95% of the universe is dark matter and dark energy we can't see or explain. Physics: "We know everything!" Also physics: "...about 5% of things."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THE FUTURE OF PHYSICS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4124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Unsolved Problems — And the Prizes Waiting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1371600"/>
            <a:ext cx="28346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630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Everything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9659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Quantum Mechanics + General Relativity. These two pillars of modern physics contradict each other. Finding a 'Theory of Everything' is the Holy Grail.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1371600"/>
            <a:ext cx="28346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0128" y="14630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13048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9659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quantum superposition to compute in parallel. Could solve in seconds problems that would take classical computers the age of the universe.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63056" y="1371600"/>
            <a:ext cx="28346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0216" y="14630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03136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Fusion Power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0216" y="19659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the Sun's energy on Earth. Clean, limitless power from hydrogen. ITER project in France may crack it by 2035. The dream is close.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3154680"/>
            <a:ext cx="28346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2461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🌌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960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Matter Detection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" y="37490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of universe — what IS it? WIMPs? Axions? Primordial black holes? First direct detection would win an instant Nobel Prize.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72968" y="3154680"/>
            <a:ext cx="28346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10128" y="32461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13048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Biology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37490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Photosynthesis uses quantum effects. Bird navigation uses quantum entanglement. Physics inside living things. Brand new field.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63056" y="3154680"/>
            <a:ext cx="28346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0216" y="32461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03136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Travel &amp; Wormholes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0216" y="37490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Relativity doesn't forbid them. Exotic matter might stabilize wormholes. Currently theoretical — but not mathematically impossible.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7315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182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0" y="5486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274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6400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0" y="10058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9202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13716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10972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6459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2103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004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4389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38404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46634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42976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35661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4846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4572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274320"/>
            <a:ext cx="3657600" cy="36576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1828800"/>
            <a:ext cx="2743200" cy="274320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7432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Universe Is Still Talking.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is how we listen.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228600" y="1691640"/>
            <a:ext cx="27432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1691640"/>
            <a:ext cx="27432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1783080"/>
            <a:ext cx="2560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important thing is not to stop questioning. Curiosity has its own reason for existing."
</a:t>
            </a: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Albert Einstein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54680" y="1691640"/>
            <a:ext cx="27432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54680" y="16916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1783080"/>
            <a:ext cx="2560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"Physics is the only true science. All others are just stamp collecting."
</a:t>
            </a: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Rutherford 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80760" y="1691640"/>
            <a:ext cx="274320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1691640"/>
            <a:ext cx="27432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1783080"/>
            <a:ext cx="2560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"Study hard what interests you the most in the most undisciplined, irreverent way."
</a:t>
            </a: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Richard Feynman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8600" y="3703320"/>
            <a:ext cx="8686800" cy="1234440"/>
          </a:xfrm>
          <a:prstGeom prst="rect">
            <a:avLst/>
          </a:prstGeom>
          <a:solidFill>
            <a:srgbClr val="0D142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" y="350215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atoms  →  Arabic optics  →  Newton's laws  →  Maxwell's waves  →  Einstein's spacetime  →  Quantum weirdness  →  ???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41148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civilization asked: How does the universe work? Physics is humanity's best answer — and we're not done yet. 🚀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he 5 Most Important Scientific Equations of All Time | Discover Magazine">
            <a:extLst>
              <a:ext uri="{FF2B5EF4-FFF2-40B4-BE49-F238E27FC236}">
                <a16:creationId xmlns:a16="http://schemas.microsoft.com/office/drawing/2014/main" id="{77BA5309-70F3-4D78-9D61-57C0842DC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0"/>
            <a:ext cx="771525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2811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3377</Words>
  <Application>Microsoft Office PowerPoint</Application>
  <PresentationFormat>On-screen Show (16:9)</PresentationFormat>
  <Paragraphs>382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Epic Story of Physics</dc:title>
  <dc:subject>PptxGenJS Presentation</dc:subject>
  <dc:creator>PptxGenJS</dc:creator>
  <cp:lastModifiedBy>abu talha</cp:lastModifiedBy>
  <cp:revision>3</cp:revision>
  <dcterms:created xsi:type="dcterms:W3CDTF">2026-05-12T06:40:23Z</dcterms:created>
  <dcterms:modified xsi:type="dcterms:W3CDTF">2026-05-12T19:31:16Z</dcterms:modified>
</cp:coreProperties>
</file>