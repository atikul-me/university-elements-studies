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959e909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959e909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959e9091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959e9091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95a33968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95a33968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95a33968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95a33968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95a33968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95a33968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95a890596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95a890596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95a890596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95a890596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95a890596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95a890596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95a890596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95a890596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95a890596_2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95a890596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5a890596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95a890596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95a890596_2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95a890596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5a890596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95a890596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95a890596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95a890596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95a890596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95a890596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13"/>
          <p:cNvCxnSpPr/>
          <p:nvPr/>
        </p:nvCxnSpPr>
        <p:spPr>
          <a:xfrm>
            <a:off x="4564950" y="2254825"/>
            <a:ext cx="14100" cy="1902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" name="Google Shape;55;p13"/>
          <p:cNvSpPr txBox="1"/>
          <p:nvPr/>
        </p:nvSpPr>
        <p:spPr>
          <a:xfrm>
            <a:off x="1578275" y="2043475"/>
            <a:ext cx="3663900" cy="23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Presente</a:t>
            </a:r>
            <a:r>
              <a:rPr lang="en" sz="1800">
                <a:solidFill>
                  <a:schemeClr val="lt1"/>
                </a:solidFill>
              </a:rPr>
              <a:t>d By 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261-35-272</a:t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261-35-282</a:t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261-35-118</a:t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261-35-276</a:t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261-35-288</a:t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261-35-221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368975" y="2043475"/>
            <a:ext cx="2029200" cy="23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Presented To 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57" name="Google Shape;57;p13" title="gpt-image-2_Create_a_starting_presentation_slide_for_the_topic_Radioactivity_theme._Where_th-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gpt-image-2_Create_a_presentation_slide_with_accurate_info_Title_Core_Concept_RADIOACTIVITY_-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Screenshot 2026-07-24 0945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 title="gpt-image-2_Create_a_presentation_slide_named_Types_of_Radiation_with_a_clear_and_concise_ti-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gpt-image-2_create_a_presentation_slide_with_info_about_Alpha_term_of_the_topic_Radioactivit-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 title="gpt-image-2_Create_a_presentation_slide_with_accurate_info_on_the_term_Beta_of_the_topic_Rad-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 title="gpt-image-2_Create_a_presentation_slide_with_accurate_info_on_the_term_Gamma_of_the_topic_Ra-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 title="gpt-image-2_create_a_presentation_slide_with_accurate_info_Radiation_Detection_Instruments_H-0.jpg"/>
          <p:cNvPicPr preferRelativeResize="0"/>
          <p:nvPr/>
        </p:nvPicPr>
        <p:blipFill rotWithShape="1">
          <a:blip r:embed="rId3">
            <a:alphaModFix/>
          </a:blip>
          <a:srcRect b="13877" l="3796" r="3842" t="15933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 title="gpt-image-2_Create_a_presentation_slide_with_accurate_info_on_Radioactivity_Fundamentals_HOW-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2" title="gpt-image-2_Create_a_presentation_slide_with_accurate_info_on_Radioactive_Half-Life_T_1_2_-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3" title="gpt-image-2_Create_a_presentation_slide_with_accurate_info_on_Nuclear_Fission_vs._Fusion_The-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4" title="gpt-image-2_Create_a_presentation_slide_with_accurate_info_on_Applications_Uses_HARNESSING_N-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5" title="gpt-image-2_create_a_presentation_slide_with_accurate_info_Future_Trends_Emerging_Technologi-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6" title="gpt-image-2_Create_a_presentation_slide_with_accurate_info_on_Hazards_Radiation_Protection_H-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7" title="gpt-image-2_create_a_presentation_slide_with_accurate_info_Nuclear_Waste_Management_How_radi-0-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8" title="gpt-image-2_Create_a_presentation_slide_with_accurate_info_on_Summary_Key_Takeaways_CONCLUSI-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