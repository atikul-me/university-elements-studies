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8" r:id="rId2"/>
    <p:sldId id="260" r:id="rId3"/>
    <p:sldId id="261" r:id="rId4"/>
    <p:sldId id="262" r:id="rId5"/>
    <p:sldId id="263" r:id="rId6"/>
    <p:sldId id="264" r:id="rId7"/>
    <p:sldId id="266" r:id="rId8"/>
    <p:sldId id="286" r:id="rId9"/>
    <p:sldId id="287"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70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Y"/>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294571-5114-4E37-A7DA-EB87BB6F290A}" type="datetimeFigureOut">
              <a:rPr lang="en-MY" smtClean="0"/>
              <a:t>16/5/2019</a:t>
            </a:fld>
            <a:endParaRPr lang="en-MY"/>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MY"/>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MY"/>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MY"/>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800A92-F8A0-484A-BC18-C5656E067E02}" type="slidenum">
              <a:rPr lang="en-MY" smtClean="0"/>
              <a:t>‹#›</a:t>
            </a:fld>
            <a:endParaRPr lang="en-MY"/>
          </a:p>
        </p:txBody>
      </p:sp>
    </p:spTree>
    <p:extLst>
      <p:ext uri="{BB962C8B-B14F-4D97-AF65-F5344CB8AC3E}">
        <p14:creationId xmlns:p14="http://schemas.microsoft.com/office/powerpoint/2010/main" val="22405703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05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sz="2400">
                <a:solidFill>
                  <a:schemeClr val="tx1"/>
                </a:solidFill>
                <a:latin typeface="Times New Roman" panose="02020603050405020304" pitchFamily="18" charset="0"/>
              </a:defRPr>
            </a:lvl1pPr>
            <a:lvl2pPr marL="742950" indent="-285750" defTabSz="965200">
              <a:defRPr sz="2400">
                <a:solidFill>
                  <a:schemeClr val="tx1"/>
                </a:solidFill>
                <a:latin typeface="Times New Roman" panose="02020603050405020304" pitchFamily="18" charset="0"/>
              </a:defRPr>
            </a:lvl2pPr>
            <a:lvl3pPr marL="1143000" indent="-228600" defTabSz="965200">
              <a:defRPr sz="2400">
                <a:solidFill>
                  <a:schemeClr val="tx1"/>
                </a:solidFill>
                <a:latin typeface="Times New Roman" panose="02020603050405020304" pitchFamily="18" charset="0"/>
              </a:defRPr>
            </a:lvl3pPr>
            <a:lvl4pPr marL="1600200" indent="-228600" defTabSz="965200">
              <a:defRPr sz="2400">
                <a:solidFill>
                  <a:schemeClr val="tx1"/>
                </a:solidFill>
                <a:latin typeface="Times New Roman" panose="02020603050405020304" pitchFamily="18" charset="0"/>
              </a:defRPr>
            </a:lvl4pPr>
            <a:lvl5pPr marL="2057400" indent="-228600" defTabSz="965200">
              <a:defRPr sz="2400">
                <a:solidFill>
                  <a:schemeClr val="tx1"/>
                </a:solidFill>
                <a:latin typeface="Times New Roman" panose="02020603050405020304" pitchFamily="18" charset="0"/>
              </a:defRPr>
            </a:lvl5pPr>
            <a:lvl6pPr marL="2514600" indent="-228600" algn="r" defTabSz="9652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r" defTabSz="9652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r" defTabSz="9652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r" defTabSz="965200" eaLnBrk="0" fontAlgn="base" hangingPunct="0">
              <a:spcBef>
                <a:spcPct val="0"/>
              </a:spcBef>
              <a:spcAft>
                <a:spcPct val="0"/>
              </a:spcAft>
              <a:defRPr sz="2400">
                <a:solidFill>
                  <a:schemeClr val="tx1"/>
                </a:solidFill>
                <a:latin typeface="Times New Roman" panose="02020603050405020304" pitchFamily="18" charset="0"/>
              </a:defRPr>
            </a:lvl9pPr>
          </a:lstStyle>
          <a:p>
            <a:fld id="{206A9C7C-AFEB-4782-9959-E9180FBD9684}" type="slidenum">
              <a:rPr lang="en-US" altLang="en-US" sz="1300"/>
              <a:pPr/>
              <a:t>1</a:t>
            </a:fld>
            <a:endParaRPr lang="en-US" altLang="en-US" sz="1300"/>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smtClean="0"/>
          </a:p>
        </p:txBody>
      </p:sp>
    </p:spTree>
    <p:extLst>
      <p:ext uri="{BB962C8B-B14F-4D97-AF65-F5344CB8AC3E}">
        <p14:creationId xmlns:p14="http://schemas.microsoft.com/office/powerpoint/2010/main" val="2122577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MY"/>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MY"/>
          </a:p>
        </p:txBody>
      </p:sp>
      <p:sp>
        <p:nvSpPr>
          <p:cNvPr id="4" name="Date Placeholder 3"/>
          <p:cNvSpPr>
            <a:spLocks noGrp="1"/>
          </p:cNvSpPr>
          <p:nvPr>
            <p:ph type="dt" sz="half" idx="10"/>
          </p:nvPr>
        </p:nvSpPr>
        <p:spPr/>
        <p:txBody>
          <a:bodyPr/>
          <a:lstStyle/>
          <a:p>
            <a:fld id="{0F5DAF6D-621D-4DC8-9EFF-48F1A2FFEF00}" type="datetimeFigureOut">
              <a:rPr lang="en-MY" smtClean="0"/>
              <a:t>16/5/2019</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AA5E474D-C50A-4A68-B5D0-200CEB35CBC3}" type="slidenum">
              <a:rPr lang="en-MY" smtClean="0"/>
              <a:t>‹#›</a:t>
            </a:fld>
            <a:endParaRPr lang="en-MY"/>
          </a:p>
        </p:txBody>
      </p:sp>
    </p:spTree>
    <p:extLst>
      <p:ext uri="{BB962C8B-B14F-4D97-AF65-F5344CB8AC3E}">
        <p14:creationId xmlns:p14="http://schemas.microsoft.com/office/powerpoint/2010/main" val="899651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MY"/>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MY"/>
          </a:p>
        </p:txBody>
      </p:sp>
      <p:sp>
        <p:nvSpPr>
          <p:cNvPr id="4" name="Date Placeholder 3"/>
          <p:cNvSpPr>
            <a:spLocks noGrp="1"/>
          </p:cNvSpPr>
          <p:nvPr>
            <p:ph type="dt" sz="half" idx="10"/>
          </p:nvPr>
        </p:nvSpPr>
        <p:spPr/>
        <p:txBody>
          <a:bodyPr/>
          <a:lstStyle/>
          <a:p>
            <a:fld id="{0F5DAF6D-621D-4DC8-9EFF-48F1A2FFEF00}" type="datetimeFigureOut">
              <a:rPr lang="en-MY" smtClean="0"/>
              <a:t>16/5/2019</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AA5E474D-C50A-4A68-B5D0-200CEB35CBC3}" type="slidenum">
              <a:rPr lang="en-MY" smtClean="0"/>
              <a:t>‹#›</a:t>
            </a:fld>
            <a:endParaRPr lang="en-MY"/>
          </a:p>
        </p:txBody>
      </p:sp>
    </p:spTree>
    <p:extLst>
      <p:ext uri="{BB962C8B-B14F-4D97-AF65-F5344CB8AC3E}">
        <p14:creationId xmlns:p14="http://schemas.microsoft.com/office/powerpoint/2010/main" val="4229872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MY"/>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F5DAF6D-621D-4DC8-9EFF-48F1A2FFEF00}" type="datetimeFigureOut">
              <a:rPr lang="en-MY" smtClean="0"/>
              <a:t>16/5/2019</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AA5E474D-C50A-4A68-B5D0-200CEB35CBC3}" type="slidenum">
              <a:rPr lang="en-MY" smtClean="0"/>
              <a:t>‹#›</a:t>
            </a:fld>
            <a:endParaRPr lang="en-MY"/>
          </a:p>
        </p:txBody>
      </p:sp>
    </p:spTree>
    <p:extLst>
      <p:ext uri="{BB962C8B-B14F-4D97-AF65-F5344CB8AC3E}">
        <p14:creationId xmlns:p14="http://schemas.microsoft.com/office/powerpoint/2010/main" val="5689251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MY"/>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MY"/>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MY"/>
          </a:p>
        </p:txBody>
      </p:sp>
      <p:sp>
        <p:nvSpPr>
          <p:cNvPr id="5" name="Date Placeholder 4"/>
          <p:cNvSpPr>
            <a:spLocks noGrp="1"/>
          </p:cNvSpPr>
          <p:nvPr>
            <p:ph type="dt" sz="half" idx="10"/>
          </p:nvPr>
        </p:nvSpPr>
        <p:spPr/>
        <p:txBody>
          <a:bodyPr/>
          <a:lstStyle/>
          <a:p>
            <a:fld id="{0F5DAF6D-621D-4DC8-9EFF-48F1A2FFEF00}" type="datetimeFigureOut">
              <a:rPr lang="en-MY" smtClean="0"/>
              <a:t>16/5/2019</a:t>
            </a:fld>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p>
            <a:fld id="{AA5E474D-C50A-4A68-B5D0-200CEB35CBC3}" type="slidenum">
              <a:rPr lang="en-MY" smtClean="0"/>
              <a:t>‹#›</a:t>
            </a:fld>
            <a:endParaRPr lang="en-MY"/>
          </a:p>
        </p:txBody>
      </p:sp>
    </p:spTree>
    <p:extLst>
      <p:ext uri="{BB962C8B-B14F-4D97-AF65-F5344CB8AC3E}">
        <p14:creationId xmlns:p14="http://schemas.microsoft.com/office/powerpoint/2010/main" val="36449091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MY"/>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MY"/>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MY"/>
          </a:p>
        </p:txBody>
      </p:sp>
      <p:sp>
        <p:nvSpPr>
          <p:cNvPr id="7" name="Date Placeholder 6"/>
          <p:cNvSpPr>
            <a:spLocks noGrp="1"/>
          </p:cNvSpPr>
          <p:nvPr>
            <p:ph type="dt" sz="half" idx="10"/>
          </p:nvPr>
        </p:nvSpPr>
        <p:spPr/>
        <p:txBody>
          <a:bodyPr/>
          <a:lstStyle/>
          <a:p>
            <a:fld id="{0F5DAF6D-621D-4DC8-9EFF-48F1A2FFEF00}" type="datetimeFigureOut">
              <a:rPr lang="en-MY" smtClean="0"/>
              <a:t>16/5/2019</a:t>
            </a:fld>
            <a:endParaRPr lang="en-MY"/>
          </a:p>
        </p:txBody>
      </p:sp>
      <p:sp>
        <p:nvSpPr>
          <p:cNvPr id="8" name="Footer Placeholder 7"/>
          <p:cNvSpPr>
            <a:spLocks noGrp="1"/>
          </p:cNvSpPr>
          <p:nvPr>
            <p:ph type="ftr" sz="quarter" idx="11"/>
          </p:nvPr>
        </p:nvSpPr>
        <p:spPr/>
        <p:txBody>
          <a:bodyPr/>
          <a:lstStyle/>
          <a:p>
            <a:endParaRPr lang="en-MY"/>
          </a:p>
        </p:txBody>
      </p:sp>
      <p:sp>
        <p:nvSpPr>
          <p:cNvPr id="9" name="Slide Number Placeholder 8"/>
          <p:cNvSpPr>
            <a:spLocks noGrp="1"/>
          </p:cNvSpPr>
          <p:nvPr>
            <p:ph type="sldNum" sz="quarter" idx="12"/>
          </p:nvPr>
        </p:nvSpPr>
        <p:spPr/>
        <p:txBody>
          <a:bodyPr/>
          <a:lstStyle/>
          <a:p>
            <a:fld id="{AA5E474D-C50A-4A68-B5D0-200CEB35CBC3}" type="slidenum">
              <a:rPr lang="en-MY" smtClean="0"/>
              <a:t>‹#›</a:t>
            </a:fld>
            <a:endParaRPr lang="en-MY"/>
          </a:p>
        </p:txBody>
      </p:sp>
    </p:spTree>
    <p:extLst>
      <p:ext uri="{BB962C8B-B14F-4D97-AF65-F5344CB8AC3E}">
        <p14:creationId xmlns:p14="http://schemas.microsoft.com/office/powerpoint/2010/main" val="23897382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MY"/>
          </a:p>
        </p:txBody>
      </p:sp>
      <p:sp>
        <p:nvSpPr>
          <p:cNvPr id="3" name="Date Placeholder 2"/>
          <p:cNvSpPr>
            <a:spLocks noGrp="1"/>
          </p:cNvSpPr>
          <p:nvPr>
            <p:ph type="dt" sz="half" idx="10"/>
          </p:nvPr>
        </p:nvSpPr>
        <p:spPr/>
        <p:txBody>
          <a:bodyPr/>
          <a:lstStyle/>
          <a:p>
            <a:fld id="{0F5DAF6D-621D-4DC8-9EFF-48F1A2FFEF00}" type="datetimeFigureOut">
              <a:rPr lang="en-MY" smtClean="0"/>
              <a:t>16/5/2019</a:t>
            </a:fld>
            <a:endParaRPr lang="en-MY"/>
          </a:p>
        </p:txBody>
      </p:sp>
      <p:sp>
        <p:nvSpPr>
          <p:cNvPr id="4" name="Footer Placeholder 3"/>
          <p:cNvSpPr>
            <a:spLocks noGrp="1"/>
          </p:cNvSpPr>
          <p:nvPr>
            <p:ph type="ftr" sz="quarter" idx="11"/>
          </p:nvPr>
        </p:nvSpPr>
        <p:spPr/>
        <p:txBody>
          <a:bodyPr/>
          <a:lstStyle/>
          <a:p>
            <a:endParaRPr lang="en-MY"/>
          </a:p>
        </p:txBody>
      </p:sp>
      <p:sp>
        <p:nvSpPr>
          <p:cNvPr id="5" name="Slide Number Placeholder 4"/>
          <p:cNvSpPr>
            <a:spLocks noGrp="1"/>
          </p:cNvSpPr>
          <p:nvPr>
            <p:ph type="sldNum" sz="quarter" idx="12"/>
          </p:nvPr>
        </p:nvSpPr>
        <p:spPr/>
        <p:txBody>
          <a:bodyPr/>
          <a:lstStyle/>
          <a:p>
            <a:fld id="{AA5E474D-C50A-4A68-B5D0-200CEB35CBC3}" type="slidenum">
              <a:rPr lang="en-MY" smtClean="0"/>
              <a:t>‹#›</a:t>
            </a:fld>
            <a:endParaRPr lang="en-MY"/>
          </a:p>
        </p:txBody>
      </p:sp>
    </p:spTree>
    <p:extLst>
      <p:ext uri="{BB962C8B-B14F-4D97-AF65-F5344CB8AC3E}">
        <p14:creationId xmlns:p14="http://schemas.microsoft.com/office/powerpoint/2010/main" val="6678267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F5DAF6D-621D-4DC8-9EFF-48F1A2FFEF00}" type="datetimeFigureOut">
              <a:rPr lang="en-MY" smtClean="0"/>
              <a:t>16/5/2019</a:t>
            </a:fld>
            <a:endParaRPr lang="en-MY"/>
          </a:p>
        </p:txBody>
      </p:sp>
      <p:sp>
        <p:nvSpPr>
          <p:cNvPr id="3" name="Footer Placeholder 2"/>
          <p:cNvSpPr>
            <a:spLocks noGrp="1"/>
          </p:cNvSpPr>
          <p:nvPr>
            <p:ph type="ftr" sz="quarter" idx="11"/>
          </p:nvPr>
        </p:nvSpPr>
        <p:spPr/>
        <p:txBody>
          <a:bodyPr/>
          <a:lstStyle/>
          <a:p>
            <a:endParaRPr lang="en-MY"/>
          </a:p>
        </p:txBody>
      </p:sp>
      <p:sp>
        <p:nvSpPr>
          <p:cNvPr id="4" name="Slide Number Placeholder 3"/>
          <p:cNvSpPr>
            <a:spLocks noGrp="1"/>
          </p:cNvSpPr>
          <p:nvPr>
            <p:ph type="sldNum" sz="quarter" idx="12"/>
          </p:nvPr>
        </p:nvSpPr>
        <p:spPr/>
        <p:txBody>
          <a:bodyPr/>
          <a:lstStyle/>
          <a:p>
            <a:fld id="{AA5E474D-C50A-4A68-B5D0-200CEB35CBC3}" type="slidenum">
              <a:rPr lang="en-MY" smtClean="0"/>
              <a:t>‹#›</a:t>
            </a:fld>
            <a:endParaRPr lang="en-MY"/>
          </a:p>
        </p:txBody>
      </p:sp>
    </p:spTree>
    <p:extLst>
      <p:ext uri="{BB962C8B-B14F-4D97-AF65-F5344CB8AC3E}">
        <p14:creationId xmlns:p14="http://schemas.microsoft.com/office/powerpoint/2010/main" val="37474466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MY"/>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MY"/>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F5DAF6D-621D-4DC8-9EFF-48F1A2FFEF00}" type="datetimeFigureOut">
              <a:rPr lang="en-MY" smtClean="0"/>
              <a:t>16/5/2019</a:t>
            </a:fld>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p>
            <a:fld id="{AA5E474D-C50A-4A68-B5D0-200CEB35CBC3}" type="slidenum">
              <a:rPr lang="en-MY" smtClean="0"/>
              <a:t>‹#›</a:t>
            </a:fld>
            <a:endParaRPr lang="en-MY"/>
          </a:p>
        </p:txBody>
      </p:sp>
    </p:spTree>
    <p:extLst>
      <p:ext uri="{BB962C8B-B14F-4D97-AF65-F5344CB8AC3E}">
        <p14:creationId xmlns:p14="http://schemas.microsoft.com/office/powerpoint/2010/main" val="34547881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MY"/>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MY"/>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F5DAF6D-621D-4DC8-9EFF-48F1A2FFEF00}" type="datetimeFigureOut">
              <a:rPr lang="en-MY" smtClean="0"/>
              <a:t>16/5/2019</a:t>
            </a:fld>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p>
            <a:fld id="{AA5E474D-C50A-4A68-B5D0-200CEB35CBC3}" type="slidenum">
              <a:rPr lang="en-MY" smtClean="0"/>
              <a:t>‹#›</a:t>
            </a:fld>
            <a:endParaRPr lang="en-MY"/>
          </a:p>
        </p:txBody>
      </p:sp>
    </p:spTree>
    <p:extLst>
      <p:ext uri="{BB962C8B-B14F-4D97-AF65-F5344CB8AC3E}">
        <p14:creationId xmlns:p14="http://schemas.microsoft.com/office/powerpoint/2010/main" val="5405639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MY"/>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MY"/>
          </a:p>
        </p:txBody>
      </p:sp>
      <p:sp>
        <p:nvSpPr>
          <p:cNvPr id="4" name="Date Placeholder 3"/>
          <p:cNvSpPr>
            <a:spLocks noGrp="1"/>
          </p:cNvSpPr>
          <p:nvPr>
            <p:ph type="dt" sz="half" idx="10"/>
          </p:nvPr>
        </p:nvSpPr>
        <p:spPr/>
        <p:txBody>
          <a:bodyPr/>
          <a:lstStyle/>
          <a:p>
            <a:fld id="{0F5DAF6D-621D-4DC8-9EFF-48F1A2FFEF00}" type="datetimeFigureOut">
              <a:rPr lang="en-MY" smtClean="0"/>
              <a:t>16/5/2019</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AA5E474D-C50A-4A68-B5D0-200CEB35CBC3}" type="slidenum">
              <a:rPr lang="en-MY" smtClean="0"/>
              <a:t>‹#›</a:t>
            </a:fld>
            <a:endParaRPr lang="en-MY"/>
          </a:p>
        </p:txBody>
      </p:sp>
    </p:spTree>
    <p:extLst>
      <p:ext uri="{BB962C8B-B14F-4D97-AF65-F5344CB8AC3E}">
        <p14:creationId xmlns:p14="http://schemas.microsoft.com/office/powerpoint/2010/main" val="4156336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MY"/>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MY"/>
          </a:p>
        </p:txBody>
      </p:sp>
      <p:sp>
        <p:nvSpPr>
          <p:cNvPr id="4" name="Date Placeholder 3"/>
          <p:cNvSpPr>
            <a:spLocks noGrp="1"/>
          </p:cNvSpPr>
          <p:nvPr>
            <p:ph type="dt" sz="half" idx="10"/>
          </p:nvPr>
        </p:nvSpPr>
        <p:spPr/>
        <p:txBody>
          <a:bodyPr/>
          <a:lstStyle/>
          <a:p>
            <a:fld id="{0F5DAF6D-621D-4DC8-9EFF-48F1A2FFEF00}" type="datetimeFigureOut">
              <a:rPr lang="en-MY" smtClean="0"/>
              <a:t>16/5/2019</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AA5E474D-C50A-4A68-B5D0-200CEB35CBC3}" type="slidenum">
              <a:rPr lang="en-MY" smtClean="0"/>
              <a:t>‹#›</a:t>
            </a:fld>
            <a:endParaRPr lang="en-MY"/>
          </a:p>
        </p:txBody>
      </p:sp>
    </p:spTree>
    <p:extLst>
      <p:ext uri="{BB962C8B-B14F-4D97-AF65-F5344CB8AC3E}">
        <p14:creationId xmlns:p14="http://schemas.microsoft.com/office/powerpoint/2010/main" val="16299635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MY"/>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MY"/>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5DAF6D-621D-4DC8-9EFF-48F1A2FFEF00}" type="datetimeFigureOut">
              <a:rPr lang="en-MY" smtClean="0"/>
              <a:t>16/5/2019</a:t>
            </a:fld>
            <a:endParaRPr lang="en-MY"/>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MY"/>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A5E474D-C50A-4A68-B5D0-200CEB35CBC3}" type="slidenum">
              <a:rPr lang="en-MY" smtClean="0"/>
              <a:t>‹#›</a:t>
            </a:fld>
            <a:endParaRPr lang="en-MY"/>
          </a:p>
        </p:txBody>
      </p:sp>
    </p:spTree>
    <p:extLst>
      <p:ext uri="{BB962C8B-B14F-4D97-AF65-F5344CB8AC3E}">
        <p14:creationId xmlns:p14="http://schemas.microsoft.com/office/powerpoint/2010/main" val="35764425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6"/>
          <p:cNvSpPr>
            <a:spLocks noGrp="1" noChangeArrowheads="1"/>
          </p:cNvSpPr>
          <p:nvPr>
            <p:ph type="title"/>
          </p:nvPr>
        </p:nvSpPr>
        <p:spPr>
          <a:xfrm>
            <a:off x="1881189" y="2428875"/>
            <a:ext cx="7737475" cy="1143000"/>
          </a:xfrm>
        </p:spPr>
        <p:txBody>
          <a:bodyPr>
            <a:normAutofit fontScale="90000"/>
          </a:bodyPr>
          <a:lstStyle/>
          <a:p>
            <a:pPr algn="r" eaLnBrk="1" hangingPunct="1"/>
            <a:r>
              <a:rPr lang="en-US" altLang="en-US" sz="8800">
                <a:solidFill>
                  <a:srgbClr val="000099"/>
                </a:solidFill>
              </a:rPr>
              <a:t>Understanding </a:t>
            </a:r>
            <a:br>
              <a:rPr lang="en-US" altLang="en-US" sz="8800">
                <a:solidFill>
                  <a:srgbClr val="000099"/>
                </a:solidFill>
              </a:rPr>
            </a:br>
            <a:r>
              <a:rPr lang="en-US" altLang="en-US" sz="8800">
                <a:solidFill>
                  <a:srgbClr val="000099"/>
                </a:solidFill>
              </a:rPr>
              <a:t>Users</a:t>
            </a:r>
          </a:p>
        </p:txBody>
      </p:sp>
      <p:sp>
        <p:nvSpPr>
          <p:cNvPr id="5123"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a:solidFill>
                  <a:schemeClr val="tx1"/>
                </a:solidFill>
                <a:latin typeface="Times New Roman" panose="02020603050405020304" pitchFamily="18" charset="0"/>
              </a:defRPr>
            </a:lvl9pPr>
          </a:lstStyle>
          <a:p>
            <a:fld id="{F1312CEC-F476-42ED-BFF3-60423A5FAD4D}" type="slidenum">
              <a:rPr lang="en-US" altLang="en-US" sz="1800">
                <a:solidFill>
                  <a:srgbClr val="FFFFFF"/>
                </a:solidFill>
              </a:rPr>
              <a:pPr/>
              <a:t>1</a:t>
            </a:fld>
            <a:endParaRPr lang="en-US" altLang="en-US" sz="1800">
              <a:solidFill>
                <a:srgbClr val="FFFFFF"/>
              </a:solidFill>
            </a:endParaRPr>
          </a:p>
        </p:txBody>
      </p:sp>
      <p:sp>
        <p:nvSpPr>
          <p:cNvPr id="5124" name="Rectangle 4"/>
          <p:cNvSpPr>
            <a:spLocks noChangeArrowheads="1"/>
          </p:cNvSpPr>
          <p:nvPr/>
        </p:nvSpPr>
        <p:spPr bwMode="auto">
          <a:xfrm>
            <a:off x="2133600" y="16002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a:solidFill>
                  <a:schemeClr val="tx1"/>
                </a:solidFill>
                <a:latin typeface="Times New Roman" panose="02020603050405020304" pitchFamily="18" charset="0"/>
              </a:defRPr>
            </a:lvl9pPr>
          </a:lstStyle>
          <a:p>
            <a:pPr algn="l"/>
            <a:r>
              <a:rPr kumimoji="1" lang="en-US" altLang="en-US" sz="4000">
                <a:solidFill>
                  <a:schemeClr val="tx2"/>
                </a:solidFill>
                <a:latin typeface="Arial Black" panose="020B0A04020102020204" pitchFamily="34" charset="0"/>
              </a:rPr>
              <a:t/>
            </a:r>
            <a:br>
              <a:rPr kumimoji="1" lang="en-US" altLang="en-US" sz="4000">
                <a:solidFill>
                  <a:schemeClr val="tx2"/>
                </a:solidFill>
                <a:latin typeface="Arial Black" panose="020B0A04020102020204" pitchFamily="34" charset="0"/>
              </a:rPr>
            </a:br>
            <a:r>
              <a:rPr kumimoji="1" lang="en-US" altLang="en-US" sz="4000">
                <a:solidFill>
                  <a:schemeClr val="tx2"/>
                </a:solidFill>
                <a:latin typeface="Arial Black" panose="020B0A04020102020204" pitchFamily="34" charset="0"/>
              </a:rPr>
              <a:t/>
            </a:r>
            <a:br>
              <a:rPr kumimoji="1" lang="en-US" altLang="en-US" sz="4000">
                <a:solidFill>
                  <a:schemeClr val="tx2"/>
                </a:solidFill>
                <a:latin typeface="Arial Black" panose="020B0A04020102020204" pitchFamily="34" charset="0"/>
              </a:rPr>
            </a:br>
            <a:r>
              <a:rPr kumimoji="1" lang="en-US" altLang="en-US" sz="4000">
                <a:solidFill>
                  <a:schemeClr val="tx2"/>
                </a:solidFill>
                <a:latin typeface="Arial Black" panose="020B0A04020102020204" pitchFamily="34" charset="0"/>
              </a:rPr>
              <a:t/>
            </a:r>
            <a:br>
              <a:rPr kumimoji="1" lang="en-US" altLang="en-US" sz="4000">
                <a:solidFill>
                  <a:schemeClr val="tx2"/>
                </a:solidFill>
                <a:latin typeface="Arial Black" panose="020B0A04020102020204" pitchFamily="34" charset="0"/>
              </a:rPr>
            </a:br>
            <a:endParaRPr kumimoji="1" lang="en-US" altLang="en-US" sz="4000">
              <a:solidFill>
                <a:schemeClr val="tx2"/>
              </a:solidFill>
              <a:latin typeface="Arial Black" panose="020B0A04020102020204" pitchFamily="34" charset="0"/>
            </a:endParaRPr>
          </a:p>
        </p:txBody>
      </p:sp>
      <p:pic>
        <p:nvPicPr>
          <p:cNvPr id="5125" name="Picture 20" descr="Interaction painting ma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4421188"/>
            <a:ext cx="2590800" cy="217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1218926"/>
      </p:ext>
    </p:extLst>
  </p:cSld>
  <p:clrMapOvr>
    <a:masterClrMapping/>
  </p:clrMapOvr>
  <p:transition>
    <p:zoom/>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9618" name="Rectangle 2"/>
          <p:cNvSpPr>
            <a:spLocks noGrp="1" noChangeArrowheads="1"/>
          </p:cNvSpPr>
          <p:nvPr>
            <p:ph type="title"/>
          </p:nvPr>
        </p:nvSpPr>
        <p:spPr>
          <a:xfrm>
            <a:off x="2209800" y="381000"/>
            <a:ext cx="7772400" cy="1143000"/>
          </a:xfrm>
        </p:spPr>
        <p:txBody>
          <a:bodyPr>
            <a:normAutofit fontScale="90000"/>
          </a:bodyPr>
          <a:lstStyle/>
          <a:p>
            <a:pPr>
              <a:defRPr/>
            </a:pPr>
            <a:r>
              <a:rPr lang="en-US" sz="3600"/>
              <a:t>Know the User - User Model</a:t>
            </a:r>
            <a:br>
              <a:rPr lang="en-US" sz="3600"/>
            </a:br>
            <a:endParaRPr lang="en-US"/>
          </a:p>
        </p:txBody>
      </p:sp>
      <p:sp>
        <p:nvSpPr>
          <p:cNvPr id="7171" name="Rectangle 3"/>
          <p:cNvSpPr>
            <a:spLocks noGrp="1" noChangeArrowheads="1"/>
          </p:cNvSpPr>
          <p:nvPr>
            <p:ph idx="1"/>
          </p:nvPr>
        </p:nvSpPr>
        <p:spPr>
          <a:xfrm>
            <a:off x="2133600" y="1905000"/>
            <a:ext cx="7772400" cy="4114800"/>
          </a:xfrm>
        </p:spPr>
        <p:txBody>
          <a:bodyPr/>
          <a:lstStyle/>
          <a:p>
            <a:pPr eaLnBrk="1" hangingPunct="1"/>
            <a:r>
              <a:rPr lang="en-US" altLang="en-US" smtClean="0"/>
              <a:t>Representation of the users of a system</a:t>
            </a:r>
          </a:p>
          <a:p>
            <a:pPr eaLnBrk="1" hangingPunct="1"/>
            <a:r>
              <a:rPr lang="en-US" altLang="en-US" smtClean="0"/>
              <a:t>Models to aid design - User profiling - create a simple UM</a:t>
            </a:r>
          </a:p>
          <a:p>
            <a:pPr lvl="1" eaLnBrk="1" hangingPunct="1"/>
            <a:r>
              <a:rPr lang="en-US" altLang="en-US" smtClean="0"/>
              <a:t>Part of requirements elicitation</a:t>
            </a:r>
          </a:p>
          <a:p>
            <a:pPr lvl="1" eaLnBrk="1" hangingPunct="1"/>
            <a:r>
              <a:rPr lang="en-US" altLang="en-US" smtClean="0"/>
              <a:t>User centred design must involve users</a:t>
            </a:r>
          </a:p>
          <a:p>
            <a:pPr lvl="1" eaLnBrk="1" hangingPunct="1"/>
            <a:r>
              <a:rPr lang="en-US" altLang="en-US" smtClean="0"/>
              <a:t>User profiling helps identify users</a:t>
            </a:r>
          </a:p>
        </p:txBody>
      </p:sp>
      <p:sp>
        <p:nvSpPr>
          <p:cNvPr id="7172"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a:solidFill>
                  <a:schemeClr val="tx1"/>
                </a:solidFill>
                <a:latin typeface="Times New Roman" panose="02020603050405020304" pitchFamily="18" charset="0"/>
              </a:defRPr>
            </a:lvl9pPr>
          </a:lstStyle>
          <a:p>
            <a:fld id="{8B94681E-78CD-476D-8C5D-492CD7EF6588}" type="slidenum">
              <a:rPr lang="en-US" altLang="en-US" sz="1800">
                <a:solidFill>
                  <a:srgbClr val="FFFFFF"/>
                </a:solidFill>
              </a:rPr>
              <a:pPr/>
              <a:t>2</a:t>
            </a:fld>
            <a:endParaRPr lang="en-US" altLang="en-US" sz="1800">
              <a:solidFill>
                <a:srgbClr val="FFFFFF"/>
              </a:solidFill>
            </a:endParaRPr>
          </a:p>
        </p:txBody>
      </p:sp>
    </p:spTree>
    <p:extLst>
      <p:ext uri="{BB962C8B-B14F-4D97-AF65-F5344CB8AC3E}">
        <p14:creationId xmlns:p14="http://schemas.microsoft.com/office/powerpoint/2010/main" val="1686821660"/>
      </p:ext>
    </p:extLst>
  </p:cSld>
  <p:clrMapOvr>
    <a:masterClrMapping/>
  </p:clrMapOvr>
  <p:transition>
    <p:zoom/>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952625" y="428625"/>
            <a:ext cx="8229600" cy="1066800"/>
          </a:xfrm>
        </p:spPr>
        <p:txBody>
          <a:bodyPr/>
          <a:lstStyle/>
          <a:p>
            <a:pPr eaLnBrk="1" hangingPunct="1"/>
            <a:r>
              <a:rPr lang="en-GB" altLang="en-US" smtClean="0"/>
              <a:t>Know the User?</a:t>
            </a:r>
          </a:p>
        </p:txBody>
      </p:sp>
      <p:sp>
        <p:nvSpPr>
          <p:cNvPr id="8195" name="Rectangle 3"/>
          <p:cNvSpPr>
            <a:spLocks noGrp="1" noChangeArrowheads="1"/>
          </p:cNvSpPr>
          <p:nvPr>
            <p:ph idx="1"/>
          </p:nvPr>
        </p:nvSpPr>
        <p:spPr/>
        <p:txBody>
          <a:bodyPr/>
          <a:lstStyle/>
          <a:p>
            <a:pPr eaLnBrk="1" hangingPunct="1"/>
            <a:r>
              <a:rPr lang="en-US" altLang="en-US" smtClean="0"/>
              <a:t>Know your audience</a:t>
            </a:r>
          </a:p>
          <a:p>
            <a:pPr lvl="1" eaLnBrk="1" hangingPunct="1"/>
            <a:r>
              <a:rPr lang="en-US" altLang="en-US" smtClean="0"/>
              <a:t>Who will be using the product?</a:t>
            </a:r>
          </a:p>
          <a:p>
            <a:pPr lvl="1" eaLnBrk="1" hangingPunct="1"/>
            <a:r>
              <a:rPr lang="en-US" altLang="en-US" smtClean="0"/>
              <a:t>Age  - Tastes - Expectations - Experience</a:t>
            </a:r>
          </a:p>
          <a:p>
            <a:pPr lvl="1" eaLnBrk="1" hangingPunct="1"/>
            <a:r>
              <a:rPr lang="en-US" altLang="en-US" smtClean="0"/>
              <a:t>Gender - Job - </a:t>
            </a:r>
          </a:p>
          <a:p>
            <a:pPr lvl="1" eaLnBrk="1" hangingPunct="1"/>
            <a:r>
              <a:rPr lang="en-US" altLang="en-US" smtClean="0"/>
              <a:t>Education - use of language </a:t>
            </a:r>
          </a:p>
          <a:p>
            <a:pPr lvl="1" eaLnBrk="1" hangingPunct="1"/>
            <a:r>
              <a:rPr lang="en-US" altLang="en-US" smtClean="0"/>
              <a:t>What constraints do these things impose?</a:t>
            </a:r>
          </a:p>
          <a:p>
            <a:pPr lvl="1" eaLnBrk="1" hangingPunct="1"/>
            <a:r>
              <a:rPr lang="en-US" altLang="en-US" smtClean="0"/>
              <a:t>How will it affect design?</a:t>
            </a:r>
          </a:p>
          <a:p>
            <a:pPr eaLnBrk="1" hangingPunct="1"/>
            <a:endParaRPr lang="en-GB" altLang="en-US" smtClean="0"/>
          </a:p>
        </p:txBody>
      </p:sp>
      <p:sp>
        <p:nvSpPr>
          <p:cNvPr id="819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a:solidFill>
                  <a:schemeClr val="tx1"/>
                </a:solidFill>
                <a:latin typeface="Times New Roman" panose="02020603050405020304" pitchFamily="18" charset="0"/>
              </a:defRPr>
            </a:lvl9pPr>
          </a:lstStyle>
          <a:p>
            <a:fld id="{04452775-94F1-48A6-B74E-C87C3989DC4C}" type="slidenum">
              <a:rPr lang="en-US" altLang="en-US" sz="1800">
                <a:solidFill>
                  <a:srgbClr val="FFFFFF"/>
                </a:solidFill>
              </a:rPr>
              <a:pPr/>
              <a:t>3</a:t>
            </a:fld>
            <a:endParaRPr lang="en-US" altLang="en-US" sz="1800">
              <a:solidFill>
                <a:srgbClr val="FFFFFF"/>
              </a:solidFill>
            </a:endParaRPr>
          </a:p>
        </p:txBody>
      </p:sp>
    </p:spTree>
    <p:extLst>
      <p:ext uri="{BB962C8B-B14F-4D97-AF65-F5344CB8AC3E}">
        <p14:creationId xmlns:p14="http://schemas.microsoft.com/office/powerpoint/2010/main" val="125176190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952626" y="428625"/>
            <a:ext cx="7915275" cy="1143000"/>
          </a:xfrm>
        </p:spPr>
        <p:txBody>
          <a:bodyPr/>
          <a:lstStyle/>
          <a:p>
            <a:pPr eaLnBrk="1" hangingPunct="1"/>
            <a:r>
              <a:rPr lang="en-US" altLang="en-US" smtClean="0"/>
              <a:t>Usage</a:t>
            </a:r>
          </a:p>
        </p:txBody>
      </p:sp>
      <p:sp>
        <p:nvSpPr>
          <p:cNvPr id="241667" name="Rectangle 3"/>
          <p:cNvSpPr>
            <a:spLocks noGrp="1" noChangeArrowheads="1"/>
          </p:cNvSpPr>
          <p:nvPr>
            <p:ph idx="1"/>
          </p:nvPr>
        </p:nvSpPr>
        <p:spPr>
          <a:xfrm>
            <a:off x="2524125" y="1714500"/>
            <a:ext cx="7772400" cy="4114800"/>
          </a:xfrm>
        </p:spPr>
        <p:txBody>
          <a:bodyPr>
            <a:normAutofit/>
          </a:bodyPr>
          <a:lstStyle/>
          <a:p>
            <a:pPr marL="365760" indent="-256032">
              <a:buClr>
                <a:schemeClr val="accent3"/>
              </a:buClr>
              <a:buFont typeface="Georgia"/>
              <a:buChar char="•"/>
              <a:defRPr/>
            </a:pPr>
            <a:r>
              <a:rPr lang="en-US" dirty="0"/>
              <a:t>Know your environment - where?	</a:t>
            </a:r>
          </a:p>
          <a:p>
            <a:pPr marL="658368" lvl="1" indent="-246888">
              <a:buFont typeface="Georgia"/>
              <a:buChar char="▫"/>
              <a:defRPr/>
            </a:pPr>
            <a:r>
              <a:rPr lang="en-US" dirty="0"/>
              <a:t>Home use</a:t>
            </a:r>
          </a:p>
          <a:p>
            <a:pPr marL="658368" lvl="1" indent="-246888">
              <a:buFont typeface="Georgia"/>
              <a:buChar char="▫"/>
              <a:defRPr/>
            </a:pPr>
            <a:r>
              <a:rPr lang="en-US" dirty="0"/>
              <a:t>Factory use</a:t>
            </a:r>
          </a:p>
          <a:p>
            <a:pPr marL="658368" lvl="1" indent="-246888">
              <a:buFont typeface="Georgia"/>
              <a:buChar char="▫"/>
              <a:defRPr/>
            </a:pPr>
            <a:r>
              <a:rPr lang="en-US" dirty="0"/>
              <a:t>Internet or network use</a:t>
            </a:r>
          </a:p>
          <a:p>
            <a:pPr marL="658368" lvl="1" indent="-246888">
              <a:buFont typeface="Georgia"/>
              <a:buChar char="▫"/>
              <a:defRPr/>
            </a:pPr>
            <a:r>
              <a:rPr lang="en-US" dirty="0"/>
              <a:t>School - College - University</a:t>
            </a:r>
          </a:p>
          <a:p>
            <a:pPr marL="658368" lvl="1" indent="-246888">
              <a:buFont typeface="Georgia"/>
              <a:buChar char="▫"/>
              <a:defRPr/>
            </a:pPr>
            <a:r>
              <a:rPr lang="en-US" dirty="0"/>
              <a:t>Viewed and controlled by a single person?</a:t>
            </a:r>
          </a:p>
          <a:p>
            <a:pPr marL="658368" lvl="1" indent="-246888">
              <a:buFont typeface="Georgia"/>
              <a:buChar char="▫"/>
              <a:defRPr/>
            </a:pPr>
            <a:r>
              <a:rPr lang="en-US" dirty="0"/>
              <a:t>Projected or viewed on screen</a:t>
            </a:r>
          </a:p>
          <a:p>
            <a:pPr marL="658368" lvl="1" indent="-246888">
              <a:buFont typeface="Georgia"/>
              <a:buChar char="▫"/>
              <a:defRPr/>
            </a:pPr>
            <a:r>
              <a:rPr lang="en-US" dirty="0"/>
              <a:t>Time of day</a:t>
            </a:r>
          </a:p>
          <a:p>
            <a:pPr marL="658368" lvl="1" indent="-246888">
              <a:buFont typeface="Georgia"/>
              <a:buChar char="▫"/>
              <a:defRPr/>
            </a:pPr>
            <a:r>
              <a:rPr lang="en-US" dirty="0"/>
              <a:t>How often  - how long for</a:t>
            </a:r>
          </a:p>
          <a:p>
            <a:pPr marL="658368" lvl="1" indent="-246888">
              <a:buFont typeface="Georgia"/>
              <a:buChar char="▫"/>
              <a:defRPr/>
            </a:pPr>
            <a:r>
              <a:rPr lang="en-US" dirty="0"/>
              <a:t>What constraints will these impose</a:t>
            </a:r>
          </a:p>
        </p:txBody>
      </p:sp>
      <p:sp>
        <p:nvSpPr>
          <p:cNvPr id="922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a:solidFill>
                  <a:schemeClr val="tx1"/>
                </a:solidFill>
                <a:latin typeface="Times New Roman" panose="02020603050405020304" pitchFamily="18" charset="0"/>
              </a:defRPr>
            </a:lvl9pPr>
          </a:lstStyle>
          <a:p>
            <a:fld id="{230A8FCE-1FA8-4009-977C-511456497BFC}" type="slidenum">
              <a:rPr lang="en-US" altLang="en-US" sz="1800">
                <a:solidFill>
                  <a:srgbClr val="FFFFFF"/>
                </a:solidFill>
              </a:rPr>
              <a:pPr/>
              <a:t>4</a:t>
            </a:fld>
            <a:endParaRPr lang="en-US" altLang="en-US" sz="1800">
              <a:solidFill>
                <a:srgbClr val="FFFFFF"/>
              </a:solidFill>
            </a:endParaRPr>
          </a:p>
        </p:txBody>
      </p:sp>
    </p:spTree>
    <p:extLst>
      <p:ext uri="{BB962C8B-B14F-4D97-AF65-F5344CB8AC3E}">
        <p14:creationId xmlns:p14="http://schemas.microsoft.com/office/powerpoint/2010/main" val="3524552114"/>
      </p:ext>
    </p:extLst>
  </p:cSld>
  <p:clrMapOvr>
    <a:masterClrMapping/>
  </p:clrMapOvr>
  <p:transition>
    <p:zoom/>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2209800" y="304800"/>
            <a:ext cx="7772400" cy="1143000"/>
          </a:xfrm>
        </p:spPr>
        <p:txBody>
          <a:bodyPr/>
          <a:lstStyle/>
          <a:p>
            <a:pPr eaLnBrk="1" hangingPunct="1"/>
            <a:r>
              <a:rPr lang="en-US" altLang="en-US" smtClean="0"/>
              <a:t>Environment</a:t>
            </a:r>
          </a:p>
        </p:txBody>
      </p:sp>
      <p:sp>
        <p:nvSpPr>
          <p:cNvPr id="10243" name="Rectangle 3"/>
          <p:cNvSpPr>
            <a:spLocks noGrp="1" noChangeArrowheads="1"/>
          </p:cNvSpPr>
          <p:nvPr>
            <p:ph idx="1"/>
          </p:nvPr>
        </p:nvSpPr>
        <p:spPr>
          <a:xfrm>
            <a:off x="2209800" y="1447800"/>
            <a:ext cx="7772400" cy="4114800"/>
          </a:xfrm>
        </p:spPr>
        <p:txBody>
          <a:bodyPr/>
          <a:lstStyle/>
          <a:p>
            <a:pPr eaLnBrk="1" hangingPunct="1"/>
            <a:r>
              <a:rPr lang="en-US" altLang="en-US" smtClean="0"/>
              <a:t>Noisy - interfere with sound - concentration</a:t>
            </a:r>
          </a:p>
          <a:p>
            <a:pPr eaLnBrk="1" hangingPunct="1"/>
            <a:r>
              <a:rPr lang="en-US" altLang="en-US" smtClean="0"/>
              <a:t>Quiet - library or classroom</a:t>
            </a:r>
          </a:p>
          <a:p>
            <a:pPr eaLnBrk="1" hangingPunct="1"/>
            <a:r>
              <a:rPr lang="en-US" altLang="en-US" smtClean="0"/>
              <a:t>Very bright - outdoors - unpredictable</a:t>
            </a:r>
          </a:p>
          <a:p>
            <a:pPr eaLnBrk="1" hangingPunct="1"/>
            <a:r>
              <a:rPr lang="en-US" altLang="en-US" smtClean="0"/>
              <a:t>Very dark </a:t>
            </a:r>
          </a:p>
          <a:p>
            <a:pPr eaLnBrk="1" hangingPunct="1"/>
            <a:r>
              <a:rPr lang="en-US" altLang="en-US" smtClean="0"/>
              <a:t>Projected at times (need to set different colours)</a:t>
            </a:r>
          </a:p>
          <a:p>
            <a:pPr eaLnBrk="1" hangingPunct="1"/>
            <a:r>
              <a:rPr lang="en-US" altLang="en-US" smtClean="0"/>
              <a:t>Used on laptop?</a:t>
            </a:r>
          </a:p>
          <a:p>
            <a:pPr eaLnBrk="1" hangingPunct="1"/>
            <a:endParaRPr lang="en-US" altLang="en-US" smtClean="0"/>
          </a:p>
        </p:txBody>
      </p:sp>
      <p:sp>
        <p:nvSpPr>
          <p:cNvPr id="1024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a:solidFill>
                  <a:schemeClr val="tx1"/>
                </a:solidFill>
                <a:latin typeface="Times New Roman" panose="02020603050405020304" pitchFamily="18" charset="0"/>
              </a:defRPr>
            </a:lvl9pPr>
          </a:lstStyle>
          <a:p>
            <a:fld id="{6C2FED40-0BA9-4E6D-BA52-345D602ECC74}" type="slidenum">
              <a:rPr lang="en-US" altLang="en-US" sz="1800">
                <a:solidFill>
                  <a:srgbClr val="FFFFFF"/>
                </a:solidFill>
              </a:rPr>
              <a:pPr/>
              <a:t>5</a:t>
            </a:fld>
            <a:endParaRPr lang="en-US" altLang="en-US" sz="1800">
              <a:solidFill>
                <a:srgbClr val="FFFFFF"/>
              </a:solidFill>
            </a:endParaRPr>
          </a:p>
        </p:txBody>
      </p:sp>
    </p:spTree>
    <p:extLst>
      <p:ext uri="{BB962C8B-B14F-4D97-AF65-F5344CB8AC3E}">
        <p14:creationId xmlns:p14="http://schemas.microsoft.com/office/powerpoint/2010/main" val="2773675031"/>
      </p:ext>
    </p:extLst>
  </p:cSld>
  <p:clrMapOvr>
    <a:masterClrMapping/>
  </p:clrMapOvr>
  <p:transition>
    <p:zoom/>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2209800" y="304800"/>
            <a:ext cx="7772400" cy="1143000"/>
          </a:xfrm>
        </p:spPr>
        <p:txBody>
          <a:bodyPr/>
          <a:lstStyle/>
          <a:p>
            <a:pPr eaLnBrk="1" hangingPunct="1"/>
            <a:r>
              <a:rPr lang="en-US" altLang="en-US" smtClean="0"/>
              <a:t>Technology</a:t>
            </a:r>
          </a:p>
        </p:txBody>
      </p:sp>
      <p:sp>
        <p:nvSpPr>
          <p:cNvPr id="11267" name="Rectangle 3"/>
          <p:cNvSpPr>
            <a:spLocks noGrp="1" noChangeArrowheads="1"/>
          </p:cNvSpPr>
          <p:nvPr>
            <p:ph idx="1"/>
          </p:nvPr>
        </p:nvSpPr>
        <p:spPr>
          <a:xfrm>
            <a:off x="2209800" y="1371600"/>
            <a:ext cx="7772400" cy="4114800"/>
          </a:xfrm>
        </p:spPr>
        <p:txBody>
          <a:bodyPr/>
          <a:lstStyle/>
          <a:p>
            <a:pPr eaLnBrk="1" hangingPunct="1"/>
            <a:r>
              <a:rPr lang="en-US" altLang="en-US" smtClean="0"/>
              <a:t>How long will the product be usable before it </a:t>
            </a:r>
          </a:p>
          <a:p>
            <a:pPr lvl="1" eaLnBrk="1" hangingPunct="1"/>
            <a:r>
              <a:rPr lang="en-US" altLang="en-US" smtClean="0"/>
              <a:t>needs an upgrade (information)</a:t>
            </a:r>
          </a:p>
          <a:p>
            <a:pPr lvl="1" eaLnBrk="1" hangingPunct="1"/>
            <a:r>
              <a:rPr lang="en-US" altLang="en-US" smtClean="0"/>
              <a:t>hardware change makes it obsolete</a:t>
            </a:r>
          </a:p>
          <a:p>
            <a:pPr eaLnBrk="1" hangingPunct="1"/>
            <a:r>
              <a:rPr lang="en-US" altLang="en-US" smtClean="0"/>
              <a:t>Does the project need managing once it is released?</a:t>
            </a:r>
          </a:p>
          <a:p>
            <a:pPr lvl="1" eaLnBrk="1" hangingPunct="1"/>
            <a:r>
              <a:rPr lang="en-US" altLang="en-US" smtClean="0"/>
              <a:t>Maintenance</a:t>
            </a:r>
          </a:p>
          <a:p>
            <a:pPr lvl="1" eaLnBrk="1" hangingPunct="1"/>
            <a:r>
              <a:rPr lang="en-US" altLang="en-US" smtClean="0"/>
              <a:t>Bug fixing</a:t>
            </a:r>
          </a:p>
          <a:p>
            <a:pPr lvl="1" eaLnBrk="1" hangingPunct="1"/>
            <a:r>
              <a:rPr lang="en-US" altLang="en-US" smtClean="0"/>
              <a:t>Updates</a:t>
            </a:r>
          </a:p>
        </p:txBody>
      </p:sp>
      <p:sp>
        <p:nvSpPr>
          <p:cNvPr id="1126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a:solidFill>
                  <a:schemeClr val="tx1"/>
                </a:solidFill>
                <a:latin typeface="Times New Roman" panose="02020603050405020304" pitchFamily="18" charset="0"/>
              </a:defRPr>
            </a:lvl9pPr>
          </a:lstStyle>
          <a:p>
            <a:fld id="{BB5A4534-D4D9-494E-9D9F-C3014BBAEAD1}" type="slidenum">
              <a:rPr lang="en-US" altLang="en-US" sz="1800">
                <a:solidFill>
                  <a:srgbClr val="FFFFFF"/>
                </a:solidFill>
              </a:rPr>
              <a:pPr/>
              <a:t>6</a:t>
            </a:fld>
            <a:endParaRPr lang="en-US" altLang="en-US" sz="1800">
              <a:solidFill>
                <a:srgbClr val="FFFFFF"/>
              </a:solidFill>
            </a:endParaRPr>
          </a:p>
        </p:txBody>
      </p:sp>
    </p:spTree>
    <p:extLst>
      <p:ext uri="{BB962C8B-B14F-4D97-AF65-F5344CB8AC3E}">
        <p14:creationId xmlns:p14="http://schemas.microsoft.com/office/powerpoint/2010/main" val="425815841"/>
      </p:ext>
    </p:extLst>
  </p:cSld>
  <p:clrMapOvr>
    <a:masterClrMapping/>
  </p:clrMapOvr>
  <p:transition>
    <p:zoom/>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a:solidFill>
                  <a:schemeClr val="tx1"/>
                </a:solidFill>
                <a:latin typeface="Times New Roman" panose="02020603050405020304" pitchFamily="18" charset="0"/>
              </a:defRPr>
            </a:lvl9pPr>
          </a:lstStyle>
          <a:p>
            <a:fld id="{A5C9D5EB-4052-4D8F-93E7-6D2E16E39764}" type="slidenum">
              <a:rPr lang="en-US" altLang="en-US" sz="1800">
                <a:solidFill>
                  <a:srgbClr val="FFFFFF"/>
                </a:solidFill>
              </a:rPr>
              <a:pPr/>
              <a:t>7</a:t>
            </a:fld>
            <a:endParaRPr lang="en-US" altLang="en-US" sz="1800">
              <a:solidFill>
                <a:srgbClr val="FFFFFF"/>
              </a:solidFill>
            </a:endParaRPr>
          </a:p>
        </p:txBody>
      </p:sp>
      <p:pic>
        <p:nvPicPr>
          <p:cNvPr id="1331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385764"/>
            <a:ext cx="6934200" cy="6154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extLst>
      <p:ext uri="{BB962C8B-B14F-4D97-AF65-F5344CB8AC3E}">
        <p14:creationId xmlns:p14="http://schemas.microsoft.com/office/powerpoint/2010/main" val="1774798833"/>
      </p:ext>
    </p:extLst>
  </p:cSld>
  <p:clrMapOvr>
    <a:masterClrMapping/>
  </p:clrMapOvr>
  <p:transition>
    <p:zoom/>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0060" y="2538190"/>
            <a:ext cx="9799092" cy="3539430"/>
          </a:xfrm>
          <a:prstGeom prst="rect">
            <a:avLst/>
          </a:prstGeom>
        </p:spPr>
        <p:txBody>
          <a:bodyPr wrap="square">
            <a:spAutoFit/>
          </a:bodyPr>
          <a:lstStyle/>
          <a:p>
            <a:r>
              <a:rPr lang="en-US" sz="3200" dirty="0" err="1">
                <a:latin typeface="Times New Roman" panose="02020603050405020304" pitchFamily="18" charset="0"/>
                <a:ea typeface="Calibri" panose="020F0502020204030204" pitchFamily="34" charset="0"/>
                <a:cs typeface="Times New Roman" panose="02020603050405020304" pitchFamily="18" charset="0"/>
              </a:rPr>
              <a:t>Aftab</a:t>
            </a:r>
            <a:r>
              <a:rPr lang="en-US" sz="3200" dirty="0">
                <a:latin typeface="Times New Roman" panose="02020603050405020304" pitchFamily="18" charset="0"/>
                <a:ea typeface="Calibri" panose="020F0502020204030204" pitchFamily="34" charset="0"/>
                <a:cs typeface="Times New Roman" panose="02020603050405020304" pitchFamily="18" charset="0"/>
              </a:rPr>
              <a:t> poultry farm is developing a software for farmers. Farmers got no idea about computer and previously did not use any software. Their age range is 25-60. They don’t know any other language apart from Bangla. They will use this system as primary user where they will input the detail information of livestock at the end of the day. [Create the user profile]</a:t>
            </a:r>
            <a:endParaRPr lang="en-MY" sz="3200" dirty="0">
              <a:latin typeface="Times New Roman" panose="02020603050405020304" pitchFamily="18" charset="0"/>
              <a:cs typeface="Times New Roman" panose="02020603050405020304" pitchFamily="18" charset="0"/>
            </a:endParaRPr>
          </a:p>
        </p:txBody>
      </p:sp>
      <p:sp>
        <p:nvSpPr>
          <p:cNvPr id="3" name="TextBox 2"/>
          <p:cNvSpPr txBox="1"/>
          <p:nvPr/>
        </p:nvSpPr>
        <p:spPr>
          <a:xfrm>
            <a:off x="1323833" y="627797"/>
            <a:ext cx="3737562" cy="707886"/>
          </a:xfrm>
          <a:prstGeom prst="rect">
            <a:avLst/>
          </a:prstGeom>
          <a:noFill/>
        </p:spPr>
        <p:txBody>
          <a:bodyPr wrap="none" rtlCol="0">
            <a:spAutoFit/>
          </a:bodyPr>
          <a:lstStyle/>
          <a:p>
            <a:r>
              <a:rPr lang="en-US" sz="4000" b="1" dirty="0" smtClean="0"/>
              <a:t>Sample question</a:t>
            </a:r>
            <a:endParaRPr lang="en-MY" sz="4000" b="1" dirty="0"/>
          </a:p>
        </p:txBody>
      </p:sp>
    </p:spTree>
    <p:extLst>
      <p:ext uri="{BB962C8B-B14F-4D97-AF65-F5344CB8AC3E}">
        <p14:creationId xmlns:p14="http://schemas.microsoft.com/office/powerpoint/2010/main" val="22276249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87355" y="1705676"/>
            <a:ext cx="9799092" cy="5509200"/>
          </a:xfrm>
          <a:prstGeom prst="rect">
            <a:avLst/>
          </a:prstGeom>
        </p:spPr>
        <p:txBody>
          <a:bodyPr wrap="square">
            <a:spAutoFit/>
          </a:bodyPr>
          <a:lstStyle/>
          <a:p>
            <a:pPr lvl="0" algn="just"/>
            <a:r>
              <a:rPr lang="en-MY" sz="3200" dirty="0"/>
              <a:t>Ann is one of the curator of a museum. She is 33 years old. She got 8 colleagues who are older than her but not more than age 45. Her responsibility is to input the museum collection in a document. Museum is going to create a software for Ann and her colleagues. Every time museum receive any item, Ann or her colleagues are going to input them in a system. They have good command in English language. After 7 </a:t>
            </a:r>
            <a:r>
              <a:rPr lang="en-MY" sz="3200" dirty="0" err="1"/>
              <a:t>p.m</a:t>
            </a:r>
            <a:r>
              <a:rPr lang="en-MY" sz="3200" dirty="0"/>
              <a:t> they are not going to input any data in the system. [Create the user profile]</a:t>
            </a:r>
          </a:p>
          <a:p>
            <a:endParaRPr lang="en-MY" sz="3200" dirty="0">
              <a:latin typeface="Times New Roman" panose="02020603050405020304" pitchFamily="18" charset="0"/>
              <a:cs typeface="Times New Roman" panose="02020603050405020304" pitchFamily="18" charset="0"/>
            </a:endParaRPr>
          </a:p>
        </p:txBody>
      </p:sp>
      <p:sp>
        <p:nvSpPr>
          <p:cNvPr id="3" name="TextBox 2"/>
          <p:cNvSpPr txBox="1"/>
          <p:nvPr/>
        </p:nvSpPr>
        <p:spPr>
          <a:xfrm>
            <a:off x="1323833" y="627797"/>
            <a:ext cx="3737562" cy="707886"/>
          </a:xfrm>
          <a:prstGeom prst="rect">
            <a:avLst/>
          </a:prstGeom>
          <a:noFill/>
        </p:spPr>
        <p:txBody>
          <a:bodyPr wrap="none" rtlCol="0">
            <a:spAutoFit/>
          </a:bodyPr>
          <a:lstStyle/>
          <a:p>
            <a:r>
              <a:rPr lang="en-US" sz="4000" b="1" dirty="0" smtClean="0"/>
              <a:t>Sample question</a:t>
            </a:r>
            <a:endParaRPr lang="en-MY" sz="4000" b="1" dirty="0"/>
          </a:p>
        </p:txBody>
      </p:sp>
    </p:spTree>
    <p:extLst>
      <p:ext uri="{BB962C8B-B14F-4D97-AF65-F5344CB8AC3E}">
        <p14:creationId xmlns:p14="http://schemas.microsoft.com/office/powerpoint/2010/main" val="589023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TotalTime>
  <Words>349</Words>
  <Application>Microsoft Office PowerPoint</Application>
  <PresentationFormat>Widescreen</PresentationFormat>
  <Paragraphs>54</Paragraphs>
  <Slides>9</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Arial Black</vt:lpstr>
      <vt:lpstr>Calibri</vt:lpstr>
      <vt:lpstr>Calibri Light</vt:lpstr>
      <vt:lpstr>Georgia</vt:lpstr>
      <vt:lpstr>Times New Roman</vt:lpstr>
      <vt:lpstr>Office Theme</vt:lpstr>
      <vt:lpstr>Understanding  Users</vt:lpstr>
      <vt:lpstr>Know the User - User Model </vt:lpstr>
      <vt:lpstr>Know the User?</vt:lpstr>
      <vt:lpstr>Usage</vt:lpstr>
      <vt:lpstr>Environment</vt:lpstr>
      <vt:lpstr>Technology</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Requirement Engineering Basics</dc:title>
  <dc:creator>USER</dc:creator>
  <cp:lastModifiedBy>DIU</cp:lastModifiedBy>
  <cp:revision>6</cp:revision>
  <dcterms:created xsi:type="dcterms:W3CDTF">2016-01-20T13:34:03Z</dcterms:created>
  <dcterms:modified xsi:type="dcterms:W3CDTF">2019-05-16T05:09:20Z</dcterms:modified>
</cp:coreProperties>
</file>