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4630400" cy="8229600"/>
  <p:notesSz cx="6858000" cy="9144000"/>
  <p:embeddedFontLst>
    <p:embeddedFont>
      <p:font typeface="Open Sans" panose="020B0604020202020204" charset="0"/>
      <p:regular r:id="rId20"/>
      <p:bold r:id="rId21"/>
      <p:italic r:id="rId22"/>
      <p:boldItalic r:id="rId23"/>
    </p:embeddedFont>
    <p:embeddedFont>
      <p:font typeface="Maven Pro" panose="020B0604020202020204" charset="0"/>
      <p:regular r:id="rId24"/>
      <p:bold r:id="rId25"/>
    </p:embeddedFont>
    <p:embeddedFont>
      <p:font typeface="Nunito" panose="020B0604020202020204" charset="0"/>
      <p:regular r:id="rId26"/>
      <p:bold r:id="rId27"/>
      <p:italic r:id="rId28"/>
      <p:boldItalic r:id="rId29"/>
    </p:embeddedFont>
    <p:embeddedFont>
      <p:font typeface="Calibri" panose="020F050202020403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1xmfOGxSKLjPg94tLOTza8iYS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940924-8BD5-469A-80E5-22507EE5DC40}">
  <a:tblStyle styleId="{8B940924-8BD5-469A-80E5-22507EE5DC40}"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B6C683C-96B7-4B91-BD75-076B0FCFC843}" styleName="Table_1">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56" y="72"/>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7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419888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8385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5677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563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5699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8243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1779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0561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7106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3344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4237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5805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5227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70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9812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3789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 name="Google Shape;37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1556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4046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13"/>
        <p:cNvGrpSpPr/>
        <p:nvPr/>
      </p:nvGrpSpPr>
      <p:grpSpPr>
        <a:xfrm>
          <a:off x="0" y="0"/>
          <a:ext cx="0" cy="0"/>
          <a:chOff x="0" y="0"/>
          <a:chExt cx="0" cy="0"/>
        </a:xfrm>
      </p:grpSpPr>
      <p:grpSp>
        <p:nvGrpSpPr>
          <p:cNvPr id="14" name="Google Shape;14;g3534c8e1ef0_0_2521"/>
          <p:cNvGrpSpPr/>
          <p:nvPr/>
        </p:nvGrpSpPr>
        <p:grpSpPr>
          <a:xfrm>
            <a:off x="11748805" y="5455481"/>
            <a:ext cx="2706275" cy="2772077"/>
            <a:chOff x="7343003" y="3409675"/>
            <a:chExt cx="1691422" cy="1732548"/>
          </a:xfrm>
        </p:grpSpPr>
        <p:grpSp>
          <p:nvGrpSpPr>
            <p:cNvPr id="15" name="Google Shape;15;g3534c8e1ef0_0_2521"/>
            <p:cNvGrpSpPr/>
            <p:nvPr/>
          </p:nvGrpSpPr>
          <p:grpSpPr>
            <a:xfrm>
              <a:off x="7343003" y="4453711"/>
              <a:ext cx="316800" cy="688512"/>
              <a:chOff x="7343003" y="4453711"/>
              <a:chExt cx="316800" cy="688512"/>
            </a:xfrm>
          </p:grpSpPr>
          <p:sp>
            <p:nvSpPr>
              <p:cNvPr id="16" name="Google Shape;16;g3534c8e1ef0_0_2521"/>
              <p:cNvSpPr/>
              <p:nvPr/>
            </p:nvSpPr>
            <p:spPr>
              <a:xfrm>
                <a:off x="7343003" y="4453711"/>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g3534c8e1ef0_0_2521"/>
              <p:cNvSpPr/>
              <p:nvPr/>
            </p:nvSpPr>
            <p:spPr>
              <a:xfrm>
                <a:off x="7343003" y="4801723"/>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 name="Google Shape;18;g3534c8e1ef0_0_2521"/>
            <p:cNvGrpSpPr/>
            <p:nvPr/>
          </p:nvGrpSpPr>
          <p:grpSpPr>
            <a:xfrm>
              <a:off x="7801210" y="4105700"/>
              <a:ext cx="316800" cy="1036523"/>
              <a:chOff x="7801210" y="4105700"/>
              <a:chExt cx="316800" cy="1036523"/>
            </a:xfrm>
          </p:grpSpPr>
          <p:sp>
            <p:nvSpPr>
              <p:cNvPr id="19" name="Google Shape;19;g3534c8e1ef0_0_2521"/>
              <p:cNvSpPr/>
              <p:nvPr/>
            </p:nvSpPr>
            <p:spPr>
              <a:xfrm>
                <a:off x="7801210" y="4453711"/>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g3534c8e1ef0_0_2521"/>
              <p:cNvSpPr/>
              <p:nvPr/>
            </p:nvSpPr>
            <p:spPr>
              <a:xfrm>
                <a:off x="7801210"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g3534c8e1ef0_0_2521"/>
              <p:cNvSpPr/>
              <p:nvPr/>
            </p:nvSpPr>
            <p:spPr>
              <a:xfrm>
                <a:off x="7801210" y="4801723"/>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 name="Google Shape;22;g3534c8e1ef0_0_2521"/>
            <p:cNvGrpSpPr/>
            <p:nvPr/>
          </p:nvGrpSpPr>
          <p:grpSpPr>
            <a:xfrm>
              <a:off x="8259418" y="3757688"/>
              <a:ext cx="316800" cy="1384535"/>
              <a:chOff x="8259418" y="3757688"/>
              <a:chExt cx="316800" cy="1384535"/>
            </a:xfrm>
          </p:grpSpPr>
          <p:sp>
            <p:nvSpPr>
              <p:cNvPr id="23" name="Google Shape;23;g3534c8e1ef0_0_2521"/>
              <p:cNvSpPr/>
              <p:nvPr/>
            </p:nvSpPr>
            <p:spPr>
              <a:xfrm>
                <a:off x="8259418" y="4453711"/>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g3534c8e1ef0_0_2521"/>
              <p:cNvSpPr/>
              <p:nvPr/>
            </p:nvSpPr>
            <p:spPr>
              <a:xfrm>
                <a:off x="8259418" y="3757688"/>
                <a:ext cx="316800" cy="1384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g3534c8e1ef0_0_2521"/>
              <p:cNvSpPr/>
              <p:nvPr/>
            </p:nvSpPr>
            <p:spPr>
              <a:xfrm>
                <a:off x="8259418"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g3534c8e1ef0_0_2521"/>
              <p:cNvSpPr/>
              <p:nvPr/>
            </p:nvSpPr>
            <p:spPr>
              <a:xfrm>
                <a:off x="8259418" y="4801723"/>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 name="Google Shape;27;g3534c8e1ef0_0_2521"/>
            <p:cNvGrpSpPr/>
            <p:nvPr/>
          </p:nvGrpSpPr>
          <p:grpSpPr>
            <a:xfrm>
              <a:off x="8717625" y="3409675"/>
              <a:ext cx="316800" cy="1732548"/>
              <a:chOff x="8717625" y="3409675"/>
              <a:chExt cx="316800" cy="1732548"/>
            </a:xfrm>
          </p:grpSpPr>
          <p:sp>
            <p:nvSpPr>
              <p:cNvPr id="28" name="Google Shape;28;g3534c8e1ef0_0_2521"/>
              <p:cNvSpPr/>
              <p:nvPr/>
            </p:nvSpPr>
            <p:spPr>
              <a:xfrm>
                <a:off x="8717625" y="4453711"/>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g3534c8e1ef0_0_2521"/>
              <p:cNvSpPr/>
              <p:nvPr/>
            </p:nvSpPr>
            <p:spPr>
              <a:xfrm>
                <a:off x="8717625" y="3757688"/>
                <a:ext cx="316800" cy="1384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g3534c8e1ef0_0_2521"/>
              <p:cNvSpPr/>
              <p:nvPr/>
            </p:nvSpPr>
            <p:spPr>
              <a:xfrm>
                <a:off x="8717625"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3534c8e1ef0_0_2521"/>
              <p:cNvSpPr/>
              <p:nvPr/>
            </p:nvSpPr>
            <p:spPr>
              <a:xfrm>
                <a:off x="8717625" y="3409675"/>
                <a:ext cx="316800" cy="1732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g3534c8e1ef0_0_2521"/>
              <p:cNvSpPr/>
              <p:nvPr/>
            </p:nvSpPr>
            <p:spPr>
              <a:xfrm>
                <a:off x="8717625" y="4801723"/>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33" name="Google Shape;33;g3534c8e1ef0_0_2521"/>
          <p:cNvGrpSpPr/>
          <p:nvPr/>
        </p:nvGrpSpPr>
        <p:grpSpPr>
          <a:xfrm>
            <a:off x="8069604" y="0"/>
            <a:ext cx="6102516" cy="6142562"/>
            <a:chOff x="5043503" y="0"/>
            <a:chExt cx="3814072" cy="3839102"/>
          </a:xfrm>
        </p:grpSpPr>
        <p:sp>
          <p:nvSpPr>
            <p:cNvPr id="34" name="Google Shape;34;g3534c8e1ef0_0_2521"/>
            <p:cNvSpPr/>
            <p:nvPr/>
          </p:nvSpPr>
          <p:spPr>
            <a:xfrm>
              <a:off x="8460975" y="1817775"/>
              <a:ext cx="396600" cy="396600"/>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g3534c8e1ef0_0_2521"/>
            <p:cNvSpPr/>
            <p:nvPr/>
          </p:nvSpPr>
          <p:spPr>
            <a:xfrm rot="-9830444">
              <a:off x="6469759" y="3480728"/>
              <a:ext cx="320148" cy="320148"/>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6" name="Google Shape;36;g3534c8e1ef0_0_2521"/>
            <p:cNvGrpSpPr/>
            <p:nvPr/>
          </p:nvGrpSpPr>
          <p:grpSpPr>
            <a:xfrm>
              <a:off x="7647812" y="2704283"/>
              <a:ext cx="635219" cy="635219"/>
              <a:chOff x="6725724" y="2701260"/>
              <a:chExt cx="1208101" cy="1208100"/>
            </a:xfrm>
          </p:grpSpPr>
          <p:sp>
            <p:nvSpPr>
              <p:cNvPr id="37" name="Google Shape;37;g3534c8e1ef0_0_2521"/>
              <p:cNvSpPr/>
              <p:nvPr/>
            </p:nvSpPr>
            <p:spPr>
              <a:xfrm rot="5400000">
                <a:off x="6725725" y="2701260"/>
                <a:ext cx="1208100" cy="1208100"/>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g3534c8e1ef0_0_2521"/>
              <p:cNvSpPr/>
              <p:nvPr/>
            </p:nvSpPr>
            <p:spPr>
              <a:xfrm rot="5400000">
                <a:off x="6725724" y="2701260"/>
                <a:ext cx="1208100" cy="1208100"/>
              </a:xfrm>
              <a:prstGeom prst="pie">
                <a:avLst>
                  <a:gd name="adj1" fmla="val 8244818"/>
                  <a:gd name="adj2" fmla="val 16246175"/>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g3534c8e1ef0_0_2521"/>
              <p:cNvSpPr/>
              <p:nvPr/>
            </p:nvSpPr>
            <p:spPr>
              <a:xfrm rot="5400000">
                <a:off x="6954988" y="2930398"/>
                <a:ext cx="749700" cy="749700"/>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 name="Google Shape;40;g3534c8e1ef0_0_2521"/>
            <p:cNvSpPr/>
            <p:nvPr/>
          </p:nvSpPr>
          <p:spPr>
            <a:xfrm>
              <a:off x="8460975" y="1817775"/>
              <a:ext cx="396600" cy="396600"/>
            </a:xfrm>
            <a:prstGeom prst="pie">
              <a:avLst>
                <a:gd name="adj1" fmla="val 19376841"/>
                <a:gd name="adj2" fmla="val 1620000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1" name="Google Shape;41;g3534c8e1ef0_0_2521"/>
            <p:cNvGrpSpPr/>
            <p:nvPr/>
          </p:nvGrpSpPr>
          <p:grpSpPr>
            <a:xfrm>
              <a:off x="7952720" y="179238"/>
              <a:ext cx="873165" cy="873003"/>
              <a:chOff x="7754428" y="208725"/>
              <a:chExt cx="541800" cy="541800"/>
            </a:xfrm>
          </p:grpSpPr>
          <p:sp>
            <p:nvSpPr>
              <p:cNvPr id="42" name="Google Shape;42;g3534c8e1ef0_0_2521"/>
              <p:cNvSpPr/>
              <p:nvPr/>
            </p:nvSpPr>
            <p:spPr>
              <a:xfrm rot="-8647347">
                <a:off x="7831319" y="285616"/>
                <a:ext cx="388018" cy="388018"/>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g3534c8e1ef0_0_2521"/>
              <p:cNvSpPr/>
              <p:nvPr/>
            </p:nvSpPr>
            <p:spPr>
              <a:xfrm rot="-8647347">
                <a:off x="7831319" y="285616"/>
                <a:ext cx="388018" cy="388018"/>
              </a:xfrm>
              <a:prstGeom prst="pie">
                <a:avLst>
                  <a:gd name="adj1" fmla="val 19376841"/>
                  <a:gd name="adj2" fmla="val 12313574"/>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 name="Google Shape;44;g3534c8e1ef0_0_2521"/>
            <p:cNvSpPr/>
            <p:nvPr/>
          </p:nvSpPr>
          <p:spPr>
            <a:xfrm>
              <a:off x="5399840" y="356365"/>
              <a:ext cx="2577000" cy="2577000"/>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g3534c8e1ef0_0_2521"/>
            <p:cNvSpPr/>
            <p:nvPr/>
          </p:nvSpPr>
          <p:spPr>
            <a:xfrm rot="2043858">
              <a:off x="5503813" y="460310"/>
              <a:ext cx="2369480" cy="2369480"/>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g3534c8e1ef0_0_2521"/>
            <p:cNvSpPr/>
            <p:nvPr/>
          </p:nvSpPr>
          <p:spPr>
            <a:xfrm>
              <a:off x="5399795" y="360281"/>
              <a:ext cx="2577000" cy="2577000"/>
            </a:xfrm>
            <a:prstGeom prst="pie">
              <a:avLst>
                <a:gd name="adj1" fmla="val 8801158"/>
                <a:gd name="adj2" fmla="val 1620000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g3534c8e1ef0_0_2521"/>
            <p:cNvSpPr/>
            <p:nvPr/>
          </p:nvSpPr>
          <p:spPr>
            <a:xfrm rot="2044777">
              <a:off x="5911449" y="867729"/>
              <a:ext cx="1554223" cy="1554223"/>
            </a:xfrm>
            <a:prstGeom prst="ellipse">
              <a:avLst/>
            </a:prstGeom>
            <a:solidFill>
              <a:schemeClr val="accent3"/>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3534c8e1ef0_0_2521"/>
            <p:cNvSpPr/>
            <p:nvPr/>
          </p:nvSpPr>
          <p:spPr>
            <a:xfrm>
              <a:off x="5399795" y="356358"/>
              <a:ext cx="2577000" cy="2577000"/>
            </a:xfrm>
            <a:prstGeom prst="pie">
              <a:avLst>
                <a:gd name="adj1" fmla="val 12554101"/>
                <a:gd name="adj2" fmla="val 1620000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g3534c8e1ef0_0_2521"/>
            <p:cNvSpPr/>
            <p:nvPr/>
          </p:nvSpPr>
          <p:spPr>
            <a:xfrm rot="-9830444">
              <a:off x="6469759" y="3480727"/>
              <a:ext cx="320148" cy="320148"/>
            </a:xfrm>
            <a:prstGeom prst="pie">
              <a:avLst>
                <a:gd name="adj1" fmla="val 19376841"/>
                <a:gd name="adj2" fmla="val 1620000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0" name="Google Shape;50;g3534c8e1ef0_0_2521"/>
          <p:cNvSpPr txBox="1">
            <a:spLocks noGrp="1"/>
          </p:cNvSpPr>
          <p:nvPr>
            <p:ph type="ctrTitle"/>
          </p:nvPr>
        </p:nvSpPr>
        <p:spPr>
          <a:xfrm>
            <a:off x="1318400" y="2582100"/>
            <a:ext cx="6808800" cy="2996700"/>
          </a:xfrm>
          <a:prstGeom prst="rect">
            <a:avLst/>
          </a:prstGeom>
          <a:noFill/>
          <a:ln>
            <a:noFill/>
          </a:ln>
        </p:spPr>
        <p:txBody>
          <a:bodyPr spcFirstLastPara="1" wrap="square" lIns="146275" tIns="146275" rIns="146275" bIns="146275" anchor="ctr" anchorCtr="0">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a:endParaRPr/>
          </a:p>
        </p:txBody>
      </p:sp>
      <p:sp>
        <p:nvSpPr>
          <p:cNvPr id="51" name="Google Shape;51;g3534c8e1ef0_0_2521"/>
          <p:cNvSpPr txBox="1">
            <a:spLocks noGrp="1"/>
          </p:cNvSpPr>
          <p:nvPr>
            <p:ph type="subTitle" idx="1"/>
          </p:nvPr>
        </p:nvSpPr>
        <p:spPr>
          <a:xfrm>
            <a:off x="1318400" y="5754080"/>
            <a:ext cx="6808800" cy="1112700"/>
          </a:xfrm>
          <a:prstGeom prst="rect">
            <a:avLst/>
          </a:prstGeom>
          <a:noFill/>
          <a:ln>
            <a:noFill/>
          </a:ln>
        </p:spPr>
        <p:txBody>
          <a:bodyPr spcFirstLastPara="1" wrap="square" lIns="146275" tIns="146275" rIns="146275" bIns="146275" anchor="t" anchorCtr="0">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a:endParaRPr/>
          </a:p>
        </p:txBody>
      </p:sp>
      <p:sp>
        <p:nvSpPr>
          <p:cNvPr id="52" name="Google Shape;52;g3534c8e1ef0_0_2521"/>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g3534c8e1ef0_0_2785"/>
          <p:cNvSpPr txBox="1">
            <a:spLocks noGrp="1"/>
          </p:cNvSpPr>
          <p:nvPr>
            <p:ph type="title"/>
          </p:nvPr>
        </p:nvSpPr>
        <p:spPr>
          <a:xfrm>
            <a:off x="1005840" y="438150"/>
            <a:ext cx="12618600" cy="1590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a:endParaRPr/>
          </a:p>
        </p:txBody>
      </p:sp>
      <p:sp>
        <p:nvSpPr>
          <p:cNvPr id="55" name="Google Shape;55;g3534c8e1ef0_0_2785"/>
          <p:cNvSpPr txBox="1">
            <a:spLocks noGrp="1"/>
          </p:cNvSpPr>
          <p:nvPr>
            <p:ph type="body" idx="1"/>
          </p:nvPr>
        </p:nvSpPr>
        <p:spPr>
          <a:xfrm>
            <a:off x="1005840" y="2190750"/>
            <a:ext cx="12618600" cy="52215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200"/>
              </a:spcBef>
              <a:spcAft>
                <a:spcPts val="0"/>
              </a:spcAft>
              <a:buClr>
                <a:schemeClr val="dk1"/>
              </a:buClr>
              <a:buSzPts val="1800"/>
              <a:buChar char="●"/>
              <a:defRPr/>
            </a:lvl1pPr>
            <a:lvl2pPr marL="914400" lvl="1" indent="-342900" algn="l">
              <a:lnSpc>
                <a:spcPct val="90000"/>
              </a:lnSpc>
              <a:spcBef>
                <a:spcPts val="1900"/>
              </a:spcBef>
              <a:spcAft>
                <a:spcPts val="0"/>
              </a:spcAft>
              <a:buClr>
                <a:schemeClr val="dk1"/>
              </a:buClr>
              <a:buSzPts val="1800"/>
              <a:buChar char="○"/>
              <a:defRPr/>
            </a:lvl2pPr>
            <a:lvl3pPr marL="1371600" lvl="2" indent="-342900" algn="l">
              <a:lnSpc>
                <a:spcPct val="90000"/>
              </a:lnSpc>
              <a:spcBef>
                <a:spcPts val="1900"/>
              </a:spcBef>
              <a:spcAft>
                <a:spcPts val="0"/>
              </a:spcAft>
              <a:buClr>
                <a:schemeClr val="dk1"/>
              </a:buClr>
              <a:buSzPts val="1800"/>
              <a:buChar char="■"/>
              <a:defRPr/>
            </a:lvl3pPr>
            <a:lvl4pPr marL="1828800" lvl="3" indent="-342900" algn="l">
              <a:lnSpc>
                <a:spcPct val="90000"/>
              </a:lnSpc>
              <a:spcBef>
                <a:spcPts val="1900"/>
              </a:spcBef>
              <a:spcAft>
                <a:spcPts val="0"/>
              </a:spcAft>
              <a:buClr>
                <a:schemeClr val="dk1"/>
              </a:buClr>
              <a:buSzPts val="1800"/>
              <a:buChar char="●"/>
              <a:defRPr/>
            </a:lvl4pPr>
            <a:lvl5pPr marL="2286000" lvl="4" indent="-342900" algn="l">
              <a:lnSpc>
                <a:spcPct val="90000"/>
              </a:lnSpc>
              <a:spcBef>
                <a:spcPts val="1900"/>
              </a:spcBef>
              <a:spcAft>
                <a:spcPts val="0"/>
              </a:spcAft>
              <a:buClr>
                <a:schemeClr val="dk1"/>
              </a:buClr>
              <a:buSzPts val="1800"/>
              <a:buChar char="○"/>
              <a:defRPr/>
            </a:lvl5pPr>
            <a:lvl6pPr marL="2743200" lvl="5" indent="-342900" algn="l">
              <a:lnSpc>
                <a:spcPct val="90000"/>
              </a:lnSpc>
              <a:spcBef>
                <a:spcPts val="1900"/>
              </a:spcBef>
              <a:spcAft>
                <a:spcPts val="0"/>
              </a:spcAft>
              <a:buClr>
                <a:schemeClr val="dk1"/>
              </a:buClr>
              <a:buSzPts val="1800"/>
              <a:buChar char="■"/>
              <a:defRPr/>
            </a:lvl6pPr>
            <a:lvl7pPr marL="3200400" lvl="6" indent="-342900" algn="l">
              <a:lnSpc>
                <a:spcPct val="90000"/>
              </a:lnSpc>
              <a:spcBef>
                <a:spcPts val="1900"/>
              </a:spcBef>
              <a:spcAft>
                <a:spcPts val="0"/>
              </a:spcAft>
              <a:buClr>
                <a:schemeClr val="dk1"/>
              </a:buClr>
              <a:buSzPts val="1800"/>
              <a:buChar char="●"/>
              <a:defRPr/>
            </a:lvl7pPr>
            <a:lvl8pPr marL="3657600" lvl="7" indent="-342900" algn="l">
              <a:lnSpc>
                <a:spcPct val="90000"/>
              </a:lnSpc>
              <a:spcBef>
                <a:spcPts val="1900"/>
              </a:spcBef>
              <a:spcAft>
                <a:spcPts val="0"/>
              </a:spcAft>
              <a:buClr>
                <a:schemeClr val="dk1"/>
              </a:buClr>
              <a:buSzPts val="1800"/>
              <a:buChar char="○"/>
              <a:defRPr/>
            </a:lvl8pPr>
            <a:lvl9pPr marL="4114800" lvl="8" indent="-342900" algn="l">
              <a:lnSpc>
                <a:spcPct val="90000"/>
              </a:lnSpc>
              <a:spcBef>
                <a:spcPts val="1900"/>
              </a:spcBef>
              <a:spcAft>
                <a:spcPts val="1900"/>
              </a:spcAft>
              <a:buClr>
                <a:schemeClr val="dk1"/>
              </a:buClr>
              <a:buSzPts val="1800"/>
              <a:buChar char="■"/>
              <a:defRPr/>
            </a:lvl9pPr>
          </a:lstStyle>
          <a:p>
            <a:endParaRPr/>
          </a:p>
        </p:txBody>
      </p:sp>
      <p:sp>
        <p:nvSpPr>
          <p:cNvPr id="56" name="Google Shape;56;g3534c8e1ef0_0_2785"/>
          <p:cNvSpPr txBox="1">
            <a:spLocks noGrp="1"/>
          </p:cNvSpPr>
          <p:nvPr>
            <p:ph type="dt" idx="10"/>
          </p:nvPr>
        </p:nvSpPr>
        <p:spPr>
          <a:xfrm>
            <a:off x="1005840" y="7627621"/>
            <a:ext cx="3291900" cy="438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7" name="Google Shape;57;g3534c8e1ef0_0_2785"/>
          <p:cNvSpPr txBox="1">
            <a:spLocks noGrp="1"/>
          </p:cNvSpPr>
          <p:nvPr>
            <p:ph type="ftr" idx="11"/>
          </p:nvPr>
        </p:nvSpPr>
        <p:spPr>
          <a:xfrm>
            <a:off x="4846320" y="7627621"/>
            <a:ext cx="4937700" cy="4383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8" name="Google Shape;58;g3534c8e1ef0_0_2785"/>
          <p:cNvSpPr txBox="1">
            <a:spLocks noGrp="1"/>
          </p:cNvSpPr>
          <p:nvPr>
            <p:ph type="sldNum" idx="12"/>
          </p:nvPr>
        </p:nvSpPr>
        <p:spPr>
          <a:xfrm>
            <a:off x="10332720" y="7627621"/>
            <a:ext cx="3291900" cy="4383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59"/>
        <p:cNvGrpSpPr/>
        <p:nvPr/>
      </p:nvGrpSpPr>
      <p:grpSpPr>
        <a:xfrm>
          <a:off x="0" y="0"/>
          <a:ext cx="0" cy="0"/>
          <a:chOff x="0" y="0"/>
          <a:chExt cx="0" cy="0"/>
        </a:xfrm>
      </p:grpSpPr>
      <p:grpSp>
        <p:nvGrpSpPr>
          <p:cNvPr id="60" name="Google Shape;60;g3534c8e1ef0_0_2561"/>
          <p:cNvGrpSpPr/>
          <p:nvPr/>
        </p:nvGrpSpPr>
        <p:grpSpPr>
          <a:xfrm>
            <a:off x="234830" y="5450"/>
            <a:ext cx="1973142" cy="2215256"/>
            <a:chOff x="146769" y="3406"/>
            <a:chExt cx="1233214" cy="1384535"/>
          </a:xfrm>
        </p:grpSpPr>
        <p:grpSp>
          <p:nvGrpSpPr>
            <p:cNvPr id="61" name="Google Shape;61;g3534c8e1ef0_0_2561"/>
            <p:cNvGrpSpPr/>
            <p:nvPr/>
          </p:nvGrpSpPr>
          <p:grpSpPr>
            <a:xfrm>
              <a:off x="1063183" y="3406"/>
              <a:ext cx="316800" cy="688513"/>
              <a:chOff x="1063183" y="3406"/>
              <a:chExt cx="316800" cy="688513"/>
            </a:xfrm>
          </p:grpSpPr>
          <p:sp>
            <p:nvSpPr>
              <p:cNvPr id="62" name="Google Shape;62;g3534c8e1ef0_0_2561"/>
              <p:cNvSpPr/>
              <p:nvPr/>
            </p:nvSpPr>
            <p:spPr>
              <a:xfrm rot="10800000">
                <a:off x="1063183" y="3419"/>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g3534c8e1ef0_0_2561"/>
              <p:cNvSpPr/>
              <p:nvPr/>
            </p:nvSpPr>
            <p:spPr>
              <a:xfrm rot="10800000">
                <a:off x="1063183" y="3406"/>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4" name="Google Shape;64;g3534c8e1ef0_0_2561"/>
            <p:cNvGrpSpPr/>
            <p:nvPr/>
          </p:nvGrpSpPr>
          <p:grpSpPr>
            <a:xfrm>
              <a:off x="604976" y="3406"/>
              <a:ext cx="316800" cy="1036524"/>
              <a:chOff x="604976" y="3406"/>
              <a:chExt cx="316800" cy="1036524"/>
            </a:xfrm>
          </p:grpSpPr>
          <p:sp>
            <p:nvSpPr>
              <p:cNvPr id="65" name="Google Shape;65;g3534c8e1ef0_0_2561"/>
              <p:cNvSpPr/>
              <p:nvPr/>
            </p:nvSpPr>
            <p:spPr>
              <a:xfrm rot="10800000">
                <a:off x="604976" y="3419"/>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g3534c8e1ef0_0_2561"/>
              <p:cNvSpPr/>
              <p:nvPr/>
            </p:nvSpPr>
            <p:spPr>
              <a:xfrm rot="10800000">
                <a:off x="604976" y="3430"/>
                <a:ext cx="316800" cy="1036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g3534c8e1ef0_0_2561"/>
              <p:cNvSpPr/>
              <p:nvPr/>
            </p:nvSpPr>
            <p:spPr>
              <a:xfrm rot="10800000">
                <a:off x="604976" y="3406"/>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 name="Google Shape;68;g3534c8e1ef0_0_2561"/>
            <p:cNvGrpSpPr/>
            <p:nvPr/>
          </p:nvGrpSpPr>
          <p:grpSpPr>
            <a:xfrm>
              <a:off x="146769" y="3406"/>
              <a:ext cx="316800" cy="1384535"/>
              <a:chOff x="146769" y="3406"/>
              <a:chExt cx="316800" cy="1384535"/>
            </a:xfrm>
          </p:grpSpPr>
          <p:sp>
            <p:nvSpPr>
              <p:cNvPr id="69" name="Google Shape;69;g3534c8e1ef0_0_2561"/>
              <p:cNvSpPr/>
              <p:nvPr/>
            </p:nvSpPr>
            <p:spPr>
              <a:xfrm rot="10800000">
                <a:off x="146769" y="3419"/>
                <a:ext cx="316800" cy="688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g3534c8e1ef0_0_2561"/>
              <p:cNvSpPr/>
              <p:nvPr/>
            </p:nvSpPr>
            <p:spPr>
              <a:xfrm rot="10800000">
                <a:off x="146769" y="3441"/>
                <a:ext cx="316800" cy="1384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g3534c8e1ef0_0_2561"/>
              <p:cNvSpPr/>
              <p:nvPr/>
            </p:nvSpPr>
            <p:spPr>
              <a:xfrm rot="10800000">
                <a:off x="146769" y="3430"/>
                <a:ext cx="316800" cy="1036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g3534c8e1ef0_0_2561"/>
              <p:cNvSpPr/>
              <p:nvPr/>
            </p:nvSpPr>
            <p:spPr>
              <a:xfrm rot="10800000">
                <a:off x="146769" y="3406"/>
                <a:ext cx="316800" cy="340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3" name="Google Shape;73;g3534c8e1ef0_0_2561"/>
          <p:cNvGrpSpPr/>
          <p:nvPr/>
        </p:nvGrpSpPr>
        <p:grpSpPr>
          <a:xfrm>
            <a:off x="10840134" y="4646413"/>
            <a:ext cx="3497834" cy="3583200"/>
            <a:chOff x="6775084" y="2904008"/>
            <a:chExt cx="2186147" cy="2239500"/>
          </a:xfrm>
        </p:grpSpPr>
        <p:grpSp>
          <p:nvGrpSpPr>
            <p:cNvPr id="74" name="Google Shape;74;g3534c8e1ef0_0_2561"/>
            <p:cNvGrpSpPr/>
            <p:nvPr/>
          </p:nvGrpSpPr>
          <p:grpSpPr>
            <a:xfrm>
              <a:off x="6775084" y="4253708"/>
              <a:ext cx="409500" cy="889800"/>
              <a:chOff x="6775084" y="4253708"/>
              <a:chExt cx="409500" cy="889800"/>
            </a:xfrm>
          </p:grpSpPr>
          <p:sp>
            <p:nvSpPr>
              <p:cNvPr id="75" name="Google Shape;75;g3534c8e1ef0_0_2561"/>
              <p:cNvSpPr/>
              <p:nvPr/>
            </p:nvSpPr>
            <p:spPr>
              <a:xfrm>
                <a:off x="6775084" y="4253708"/>
                <a:ext cx="409500" cy="8898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3534c8e1ef0_0_2561"/>
              <p:cNvSpPr/>
              <p:nvPr/>
            </p:nvSpPr>
            <p:spPr>
              <a:xfrm>
                <a:off x="6775084" y="4703408"/>
                <a:ext cx="409500" cy="4401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 name="Google Shape;77;g3534c8e1ef0_0_2561"/>
            <p:cNvGrpSpPr/>
            <p:nvPr/>
          </p:nvGrpSpPr>
          <p:grpSpPr>
            <a:xfrm>
              <a:off x="7367299" y="3804008"/>
              <a:ext cx="409500" cy="1339500"/>
              <a:chOff x="7367299" y="3804008"/>
              <a:chExt cx="409500" cy="1339500"/>
            </a:xfrm>
          </p:grpSpPr>
          <p:sp>
            <p:nvSpPr>
              <p:cNvPr id="78" name="Google Shape;78;g3534c8e1ef0_0_2561"/>
              <p:cNvSpPr/>
              <p:nvPr/>
            </p:nvSpPr>
            <p:spPr>
              <a:xfrm>
                <a:off x="7367299" y="4253708"/>
                <a:ext cx="409500" cy="8898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g3534c8e1ef0_0_2561"/>
              <p:cNvSpPr/>
              <p:nvPr/>
            </p:nvSpPr>
            <p:spPr>
              <a:xfrm>
                <a:off x="7367299" y="3804008"/>
                <a:ext cx="409500" cy="1339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g3534c8e1ef0_0_2561"/>
              <p:cNvSpPr/>
              <p:nvPr/>
            </p:nvSpPr>
            <p:spPr>
              <a:xfrm>
                <a:off x="7367299" y="4703408"/>
                <a:ext cx="409500" cy="4401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1" name="Google Shape;81;g3534c8e1ef0_0_2561"/>
            <p:cNvGrpSpPr/>
            <p:nvPr/>
          </p:nvGrpSpPr>
          <p:grpSpPr>
            <a:xfrm>
              <a:off x="7959516" y="3354008"/>
              <a:ext cx="409500" cy="1789500"/>
              <a:chOff x="7959516" y="3354008"/>
              <a:chExt cx="409500" cy="1789500"/>
            </a:xfrm>
          </p:grpSpPr>
          <p:sp>
            <p:nvSpPr>
              <p:cNvPr id="82" name="Google Shape;82;g3534c8e1ef0_0_2561"/>
              <p:cNvSpPr/>
              <p:nvPr/>
            </p:nvSpPr>
            <p:spPr>
              <a:xfrm>
                <a:off x="7959516" y="4253708"/>
                <a:ext cx="409500" cy="8898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g3534c8e1ef0_0_2561"/>
              <p:cNvSpPr/>
              <p:nvPr/>
            </p:nvSpPr>
            <p:spPr>
              <a:xfrm>
                <a:off x="7959516" y="3354008"/>
                <a:ext cx="409500" cy="1789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g3534c8e1ef0_0_2561"/>
              <p:cNvSpPr/>
              <p:nvPr/>
            </p:nvSpPr>
            <p:spPr>
              <a:xfrm>
                <a:off x="7959516" y="3804008"/>
                <a:ext cx="409500" cy="1339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g3534c8e1ef0_0_2561"/>
              <p:cNvSpPr/>
              <p:nvPr/>
            </p:nvSpPr>
            <p:spPr>
              <a:xfrm>
                <a:off x="7959516" y="4703408"/>
                <a:ext cx="409500" cy="4401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6" name="Google Shape;86;g3534c8e1ef0_0_2561"/>
            <p:cNvGrpSpPr/>
            <p:nvPr/>
          </p:nvGrpSpPr>
          <p:grpSpPr>
            <a:xfrm>
              <a:off x="8551731" y="2904008"/>
              <a:ext cx="409500" cy="2239500"/>
              <a:chOff x="8551731" y="2904008"/>
              <a:chExt cx="409500" cy="2239500"/>
            </a:xfrm>
          </p:grpSpPr>
          <p:sp>
            <p:nvSpPr>
              <p:cNvPr id="87" name="Google Shape;87;g3534c8e1ef0_0_2561"/>
              <p:cNvSpPr/>
              <p:nvPr/>
            </p:nvSpPr>
            <p:spPr>
              <a:xfrm>
                <a:off x="8551731" y="4253708"/>
                <a:ext cx="409500" cy="8898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g3534c8e1ef0_0_2561"/>
              <p:cNvSpPr/>
              <p:nvPr/>
            </p:nvSpPr>
            <p:spPr>
              <a:xfrm>
                <a:off x="8551731" y="3354008"/>
                <a:ext cx="409500" cy="1789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g3534c8e1ef0_0_2561"/>
              <p:cNvSpPr/>
              <p:nvPr/>
            </p:nvSpPr>
            <p:spPr>
              <a:xfrm>
                <a:off x="8551731" y="3804008"/>
                <a:ext cx="409500" cy="1339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g3534c8e1ef0_0_2561"/>
              <p:cNvSpPr/>
              <p:nvPr/>
            </p:nvSpPr>
            <p:spPr>
              <a:xfrm>
                <a:off x="8551731" y="2904008"/>
                <a:ext cx="409500" cy="22395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g3534c8e1ef0_0_2561"/>
              <p:cNvSpPr/>
              <p:nvPr/>
            </p:nvSpPr>
            <p:spPr>
              <a:xfrm>
                <a:off x="8551731" y="4703408"/>
                <a:ext cx="409500" cy="4401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2" name="Google Shape;92;g3534c8e1ef0_0_2561"/>
          <p:cNvSpPr txBox="1">
            <a:spLocks noGrp="1"/>
          </p:cNvSpPr>
          <p:nvPr>
            <p:ph type="title"/>
          </p:nvPr>
        </p:nvSpPr>
        <p:spPr>
          <a:xfrm>
            <a:off x="1318400" y="2582120"/>
            <a:ext cx="9372600" cy="2996700"/>
          </a:xfrm>
          <a:prstGeom prst="rect">
            <a:avLst/>
          </a:prstGeom>
          <a:noFill/>
          <a:ln>
            <a:noFill/>
          </a:ln>
        </p:spPr>
        <p:txBody>
          <a:bodyPr spcFirstLastPara="1" wrap="square" lIns="146275" tIns="146275" rIns="146275" bIns="146275" anchor="ctr" anchorCtr="0">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a:endParaRPr/>
          </a:p>
        </p:txBody>
      </p:sp>
      <p:sp>
        <p:nvSpPr>
          <p:cNvPr id="93" name="Google Shape;93;g3534c8e1ef0_0_2561"/>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grpSp>
        <p:nvGrpSpPr>
          <p:cNvPr id="95" name="Google Shape;95;g3534c8e1ef0_0_2596"/>
          <p:cNvGrpSpPr/>
          <p:nvPr/>
        </p:nvGrpSpPr>
        <p:grpSpPr>
          <a:xfrm>
            <a:off x="1001538" y="478999"/>
            <a:ext cx="1598876" cy="1598876"/>
            <a:chOff x="348199" y="179450"/>
            <a:chExt cx="1116300" cy="1116300"/>
          </a:xfrm>
        </p:grpSpPr>
        <p:sp>
          <p:nvSpPr>
            <p:cNvPr id="96" name="Google Shape;96;g3534c8e1ef0_0_2596"/>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g3534c8e1ef0_0_2596"/>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8" name="Google Shape;98;g3534c8e1ef0_0_2596"/>
          <p:cNvSpPr txBox="1">
            <a:spLocks noGrp="1"/>
          </p:cNvSpPr>
          <p:nvPr>
            <p:ph type="title"/>
          </p:nvPr>
        </p:nvSpPr>
        <p:spPr>
          <a:xfrm>
            <a:off x="2086080" y="957720"/>
            <a:ext cx="11248800" cy="1599000"/>
          </a:xfrm>
          <a:prstGeom prst="rect">
            <a:avLst/>
          </a:prstGeom>
          <a:noFill/>
          <a:ln>
            <a:noFill/>
          </a:ln>
        </p:spPr>
        <p:txBody>
          <a:bodyPr spcFirstLastPara="1" wrap="square" lIns="146275" tIns="146275" rIns="146275" bIns="146275" anchor="t" anchorCtr="0">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a:endParaRPr/>
          </a:p>
        </p:txBody>
      </p:sp>
      <p:sp>
        <p:nvSpPr>
          <p:cNvPr id="99" name="Google Shape;99;g3534c8e1ef0_0_2596"/>
          <p:cNvSpPr txBox="1">
            <a:spLocks noGrp="1"/>
          </p:cNvSpPr>
          <p:nvPr>
            <p:ph type="body" idx="1"/>
          </p:nvPr>
        </p:nvSpPr>
        <p:spPr>
          <a:xfrm>
            <a:off x="2086080" y="3184080"/>
            <a:ext cx="11248800" cy="4066500"/>
          </a:xfrm>
          <a:prstGeom prst="rect">
            <a:avLst/>
          </a:prstGeom>
          <a:noFill/>
          <a:ln>
            <a:noFill/>
          </a:ln>
        </p:spPr>
        <p:txBody>
          <a:bodyPr spcFirstLastPara="1" wrap="square" lIns="146275" tIns="146275" rIns="146275" bIns="146275" anchor="t" anchorCtr="0">
            <a:normAutofit/>
          </a:bodyPr>
          <a:lstStyle>
            <a:lvl1pPr marL="457200" lvl="0" indent="-361950" algn="l">
              <a:lnSpc>
                <a:spcPct val="115000"/>
              </a:lnSpc>
              <a:spcBef>
                <a:spcPts val="0"/>
              </a:spcBef>
              <a:spcAft>
                <a:spcPts val="0"/>
              </a:spcAft>
              <a:buSzPts val="21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00" name="Google Shape;100;g3534c8e1ef0_0_2596"/>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
        <p:cNvGrpSpPr/>
        <p:nvPr/>
      </p:nvGrpSpPr>
      <p:grpSpPr>
        <a:xfrm>
          <a:off x="0" y="0"/>
          <a:ext cx="0" cy="0"/>
          <a:chOff x="0" y="0"/>
          <a:chExt cx="0" cy="0"/>
        </a:xfrm>
      </p:grpSpPr>
      <p:grpSp>
        <p:nvGrpSpPr>
          <p:cNvPr id="102" name="Google Shape;102;g3534c8e1ef0_0_2603"/>
          <p:cNvGrpSpPr/>
          <p:nvPr/>
        </p:nvGrpSpPr>
        <p:grpSpPr>
          <a:xfrm>
            <a:off x="1001538" y="478999"/>
            <a:ext cx="1598876" cy="1598876"/>
            <a:chOff x="348199" y="179450"/>
            <a:chExt cx="1116300" cy="1116300"/>
          </a:xfrm>
        </p:grpSpPr>
        <p:sp>
          <p:nvSpPr>
            <p:cNvPr id="103" name="Google Shape;103;g3534c8e1ef0_0_2603"/>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3534c8e1ef0_0_2603"/>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5" name="Google Shape;105;g3534c8e1ef0_0_2603"/>
          <p:cNvSpPr txBox="1">
            <a:spLocks noGrp="1"/>
          </p:cNvSpPr>
          <p:nvPr>
            <p:ph type="title"/>
          </p:nvPr>
        </p:nvSpPr>
        <p:spPr>
          <a:xfrm>
            <a:off x="2086080" y="957720"/>
            <a:ext cx="11248800" cy="1599000"/>
          </a:xfrm>
          <a:prstGeom prst="rect">
            <a:avLst/>
          </a:prstGeom>
          <a:noFill/>
          <a:ln>
            <a:noFill/>
          </a:ln>
        </p:spPr>
        <p:txBody>
          <a:bodyPr spcFirstLastPara="1" wrap="square" lIns="146275" tIns="146275" rIns="146275" bIns="146275" anchor="t" anchorCtr="0">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a:endParaRPr/>
          </a:p>
        </p:txBody>
      </p:sp>
      <p:sp>
        <p:nvSpPr>
          <p:cNvPr id="106" name="Google Shape;106;g3534c8e1ef0_0_2603"/>
          <p:cNvSpPr txBox="1">
            <a:spLocks noGrp="1"/>
          </p:cNvSpPr>
          <p:nvPr>
            <p:ph type="body" idx="1"/>
          </p:nvPr>
        </p:nvSpPr>
        <p:spPr>
          <a:xfrm>
            <a:off x="2086080" y="3184080"/>
            <a:ext cx="5488800" cy="4066500"/>
          </a:xfrm>
          <a:prstGeom prst="rect">
            <a:avLst/>
          </a:prstGeom>
          <a:noFill/>
          <a:ln>
            <a:noFill/>
          </a:ln>
        </p:spPr>
        <p:txBody>
          <a:bodyPr spcFirstLastPara="1" wrap="square" lIns="146275" tIns="146275" rIns="146275" bIns="146275" anchor="t" anchorCtr="0">
            <a:normAutofit/>
          </a:bodyPr>
          <a:lstStyle>
            <a:lvl1pPr marL="457200" lvl="0" indent="-361950" algn="l">
              <a:lnSpc>
                <a:spcPct val="115000"/>
              </a:lnSpc>
              <a:spcBef>
                <a:spcPts val="0"/>
              </a:spcBef>
              <a:spcAft>
                <a:spcPts val="0"/>
              </a:spcAft>
              <a:buSzPts val="21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07" name="Google Shape;107;g3534c8e1ef0_0_2603"/>
          <p:cNvSpPr txBox="1">
            <a:spLocks noGrp="1"/>
          </p:cNvSpPr>
          <p:nvPr>
            <p:ph type="body" idx="2"/>
          </p:nvPr>
        </p:nvSpPr>
        <p:spPr>
          <a:xfrm>
            <a:off x="7845840" y="3184080"/>
            <a:ext cx="5488800" cy="4066500"/>
          </a:xfrm>
          <a:prstGeom prst="rect">
            <a:avLst/>
          </a:prstGeom>
          <a:noFill/>
          <a:ln>
            <a:noFill/>
          </a:ln>
        </p:spPr>
        <p:txBody>
          <a:bodyPr spcFirstLastPara="1" wrap="square" lIns="146275" tIns="146275" rIns="146275" bIns="146275" anchor="t" anchorCtr="0">
            <a:normAutofit/>
          </a:bodyPr>
          <a:lstStyle>
            <a:lvl1pPr marL="457200" lvl="0" indent="-361950" algn="l">
              <a:lnSpc>
                <a:spcPct val="115000"/>
              </a:lnSpc>
              <a:spcBef>
                <a:spcPts val="0"/>
              </a:spcBef>
              <a:spcAft>
                <a:spcPts val="0"/>
              </a:spcAft>
              <a:buSzPts val="21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08" name="Google Shape;108;g3534c8e1ef0_0_2603"/>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9"/>
        <p:cNvGrpSpPr/>
        <p:nvPr/>
      </p:nvGrpSpPr>
      <p:grpSpPr>
        <a:xfrm>
          <a:off x="0" y="0"/>
          <a:ext cx="0" cy="0"/>
          <a:chOff x="0" y="0"/>
          <a:chExt cx="0" cy="0"/>
        </a:xfrm>
      </p:grpSpPr>
      <p:grpSp>
        <p:nvGrpSpPr>
          <p:cNvPr id="110" name="Google Shape;110;g3534c8e1ef0_0_2611"/>
          <p:cNvGrpSpPr/>
          <p:nvPr/>
        </p:nvGrpSpPr>
        <p:grpSpPr>
          <a:xfrm>
            <a:off x="1001538" y="478999"/>
            <a:ext cx="1598876" cy="1598876"/>
            <a:chOff x="348199" y="179450"/>
            <a:chExt cx="1116300" cy="1116300"/>
          </a:xfrm>
        </p:grpSpPr>
        <p:sp>
          <p:nvSpPr>
            <p:cNvPr id="111" name="Google Shape;111;g3534c8e1ef0_0_2611"/>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g3534c8e1ef0_0_2611"/>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3" name="Google Shape;113;g3534c8e1ef0_0_2611"/>
          <p:cNvSpPr txBox="1">
            <a:spLocks noGrp="1"/>
          </p:cNvSpPr>
          <p:nvPr>
            <p:ph type="title"/>
          </p:nvPr>
        </p:nvSpPr>
        <p:spPr>
          <a:xfrm>
            <a:off x="2086080" y="957720"/>
            <a:ext cx="11248800" cy="1599000"/>
          </a:xfrm>
          <a:prstGeom prst="rect">
            <a:avLst/>
          </a:prstGeom>
          <a:noFill/>
          <a:ln>
            <a:noFill/>
          </a:ln>
        </p:spPr>
        <p:txBody>
          <a:bodyPr spcFirstLastPara="1" wrap="square" lIns="146275" tIns="146275" rIns="146275" bIns="146275" anchor="t" anchorCtr="0">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a:endParaRPr/>
          </a:p>
        </p:txBody>
      </p:sp>
      <p:sp>
        <p:nvSpPr>
          <p:cNvPr id="114" name="Google Shape;114;g3534c8e1ef0_0_2611"/>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5"/>
        <p:cNvGrpSpPr/>
        <p:nvPr/>
      </p:nvGrpSpPr>
      <p:grpSpPr>
        <a:xfrm>
          <a:off x="0" y="0"/>
          <a:ext cx="0" cy="0"/>
          <a:chOff x="0" y="0"/>
          <a:chExt cx="0" cy="0"/>
        </a:xfrm>
      </p:grpSpPr>
      <p:grpSp>
        <p:nvGrpSpPr>
          <p:cNvPr id="116" name="Google Shape;116;g3534c8e1ef0_0_2617"/>
          <p:cNvGrpSpPr/>
          <p:nvPr/>
        </p:nvGrpSpPr>
        <p:grpSpPr>
          <a:xfrm>
            <a:off x="1001538" y="478999"/>
            <a:ext cx="1598876" cy="1598876"/>
            <a:chOff x="348199" y="179450"/>
            <a:chExt cx="1116300" cy="1116300"/>
          </a:xfrm>
        </p:grpSpPr>
        <p:sp>
          <p:nvSpPr>
            <p:cNvPr id="117" name="Google Shape;117;g3534c8e1ef0_0_2617"/>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g3534c8e1ef0_0_2617"/>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9" name="Google Shape;119;g3534c8e1ef0_0_2617"/>
          <p:cNvSpPr txBox="1">
            <a:spLocks noGrp="1"/>
          </p:cNvSpPr>
          <p:nvPr>
            <p:ph type="title"/>
          </p:nvPr>
        </p:nvSpPr>
        <p:spPr>
          <a:xfrm>
            <a:off x="2086080" y="957720"/>
            <a:ext cx="5299200" cy="2544000"/>
          </a:xfrm>
          <a:prstGeom prst="rect">
            <a:avLst/>
          </a:prstGeom>
          <a:noFill/>
          <a:ln>
            <a:noFill/>
          </a:ln>
        </p:spPr>
        <p:txBody>
          <a:bodyPr spcFirstLastPara="1" wrap="square" lIns="146275" tIns="146275" rIns="146275" bIns="146275" anchor="t" anchorCtr="0">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a:endParaRPr/>
          </a:p>
        </p:txBody>
      </p:sp>
      <p:sp>
        <p:nvSpPr>
          <p:cNvPr id="120" name="Google Shape;120;g3534c8e1ef0_0_2617"/>
          <p:cNvSpPr txBox="1">
            <a:spLocks noGrp="1"/>
          </p:cNvSpPr>
          <p:nvPr>
            <p:ph type="body" idx="1"/>
          </p:nvPr>
        </p:nvSpPr>
        <p:spPr>
          <a:xfrm>
            <a:off x="2086080" y="3695480"/>
            <a:ext cx="5299200" cy="3555000"/>
          </a:xfrm>
          <a:prstGeom prst="rect">
            <a:avLst/>
          </a:prstGeom>
          <a:noFill/>
          <a:ln>
            <a:noFill/>
          </a:ln>
        </p:spPr>
        <p:txBody>
          <a:bodyPr spcFirstLastPara="1" wrap="square" lIns="146275" tIns="146275" rIns="146275" bIns="146275" anchor="t" anchorCtr="0">
            <a:normAutofit/>
          </a:bodyPr>
          <a:lstStyle>
            <a:lvl1pPr marL="457200" lvl="0" indent="-361950" algn="l">
              <a:lnSpc>
                <a:spcPct val="115000"/>
              </a:lnSpc>
              <a:spcBef>
                <a:spcPts val="0"/>
              </a:spcBef>
              <a:spcAft>
                <a:spcPts val="0"/>
              </a:spcAft>
              <a:buSzPts val="21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21" name="Google Shape;121;g3534c8e1ef0_0_2617"/>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22"/>
        <p:cNvGrpSpPr/>
        <p:nvPr/>
      </p:nvGrpSpPr>
      <p:grpSpPr>
        <a:xfrm>
          <a:off x="0" y="0"/>
          <a:ext cx="0" cy="0"/>
          <a:chOff x="0" y="0"/>
          <a:chExt cx="0" cy="0"/>
        </a:xfrm>
      </p:grpSpPr>
      <p:grpSp>
        <p:nvGrpSpPr>
          <p:cNvPr id="123" name="Google Shape;123;g3534c8e1ef0_0_2624"/>
          <p:cNvGrpSpPr/>
          <p:nvPr/>
        </p:nvGrpSpPr>
        <p:grpSpPr>
          <a:xfrm>
            <a:off x="10986742" y="2009"/>
            <a:ext cx="3627807" cy="4162785"/>
            <a:chOff x="6790514" y="1255"/>
            <a:chExt cx="2267380" cy="2601741"/>
          </a:xfrm>
        </p:grpSpPr>
        <p:grpSp>
          <p:nvGrpSpPr>
            <p:cNvPr id="124" name="Google Shape;124;g3534c8e1ef0_0_2624"/>
            <p:cNvGrpSpPr/>
            <p:nvPr/>
          </p:nvGrpSpPr>
          <p:grpSpPr>
            <a:xfrm>
              <a:off x="7067536" y="1255"/>
              <a:ext cx="1990358" cy="1990303"/>
              <a:chOff x="7067536" y="1255"/>
              <a:chExt cx="1990358" cy="1990303"/>
            </a:xfrm>
          </p:grpSpPr>
          <p:sp>
            <p:nvSpPr>
              <p:cNvPr id="125" name="Google Shape;125;g3534c8e1ef0_0_2624"/>
              <p:cNvSpPr/>
              <p:nvPr/>
            </p:nvSpPr>
            <p:spPr>
              <a:xfrm rot="-8648551">
                <a:off x="7594313" y="527721"/>
                <a:ext cx="937226" cy="937226"/>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g3534c8e1ef0_0_2624"/>
              <p:cNvSpPr/>
              <p:nvPr/>
            </p:nvSpPr>
            <p:spPr>
              <a:xfrm rot="-8648551">
                <a:off x="7594313" y="527721"/>
                <a:ext cx="937226" cy="937226"/>
              </a:xfrm>
              <a:prstGeom prst="pie">
                <a:avLst>
                  <a:gd name="adj1" fmla="val 19376841"/>
                  <a:gd name="adj2" fmla="val 12313574"/>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g3534c8e1ef0_0_2624"/>
              <p:cNvSpPr/>
              <p:nvPr/>
            </p:nvSpPr>
            <p:spPr>
              <a:xfrm rot="-8649154">
                <a:off x="7349891" y="283705"/>
                <a:ext cx="1425647" cy="1425404"/>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8" name="Google Shape;128;g3534c8e1ef0_0_2624"/>
            <p:cNvGrpSpPr/>
            <p:nvPr/>
          </p:nvGrpSpPr>
          <p:grpSpPr>
            <a:xfrm>
              <a:off x="8207126" y="1807997"/>
              <a:ext cx="795000" cy="795000"/>
              <a:chOff x="8207126" y="1807997"/>
              <a:chExt cx="795000" cy="795000"/>
            </a:xfrm>
          </p:grpSpPr>
          <p:sp>
            <p:nvSpPr>
              <p:cNvPr id="129" name="Google Shape;129;g3534c8e1ef0_0_2624"/>
              <p:cNvSpPr/>
              <p:nvPr/>
            </p:nvSpPr>
            <p:spPr>
              <a:xfrm rot="2152054">
                <a:off x="8319942" y="1920813"/>
                <a:ext cx="569367" cy="569367"/>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3534c8e1ef0_0_2624"/>
              <p:cNvSpPr/>
              <p:nvPr/>
            </p:nvSpPr>
            <p:spPr>
              <a:xfrm rot="2150259">
                <a:off x="8408218" y="2008610"/>
                <a:ext cx="393004" cy="393004"/>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3534c8e1ef0_0_2624"/>
              <p:cNvSpPr/>
              <p:nvPr/>
            </p:nvSpPr>
            <p:spPr>
              <a:xfrm rot="2150259">
                <a:off x="8408218" y="2008610"/>
                <a:ext cx="393004" cy="393004"/>
              </a:xfrm>
              <a:prstGeom prst="pie">
                <a:avLst>
                  <a:gd name="adj1" fmla="val 5699893"/>
                  <a:gd name="adj2" fmla="val 12313574"/>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2" name="Google Shape;132;g3534c8e1ef0_0_2624"/>
            <p:cNvGrpSpPr/>
            <p:nvPr/>
          </p:nvGrpSpPr>
          <p:grpSpPr>
            <a:xfrm>
              <a:off x="6790514" y="118857"/>
              <a:ext cx="548700" cy="548700"/>
              <a:chOff x="6790514" y="118857"/>
              <a:chExt cx="548700" cy="548700"/>
            </a:xfrm>
          </p:grpSpPr>
          <p:sp>
            <p:nvSpPr>
              <p:cNvPr id="133" name="Google Shape;133;g3534c8e1ef0_0_2624"/>
              <p:cNvSpPr/>
              <p:nvPr/>
            </p:nvSpPr>
            <p:spPr>
              <a:xfrm rot="2150259">
                <a:off x="6868362" y="196705"/>
                <a:ext cx="393004" cy="393004"/>
              </a:xfrm>
              <a:prstGeom prst="ellipse">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g3534c8e1ef0_0_2624"/>
              <p:cNvSpPr/>
              <p:nvPr/>
            </p:nvSpPr>
            <p:spPr>
              <a:xfrm rot="2150259">
                <a:off x="6868362" y="196705"/>
                <a:ext cx="393004" cy="393004"/>
              </a:xfrm>
              <a:prstGeom prst="pie">
                <a:avLst>
                  <a:gd name="adj1" fmla="val 5699893"/>
                  <a:gd name="adj2" fmla="val 12313574"/>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35" name="Google Shape;135;g3534c8e1ef0_0_2624"/>
          <p:cNvSpPr txBox="1">
            <a:spLocks noGrp="1"/>
          </p:cNvSpPr>
          <p:nvPr>
            <p:ph type="title"/>
          </p:nvPr>
        </p:nvSpPr>
        <p:spPr>
          <a:xfrm>
            <a:off x="1318400" y="1221760"/>
            <a:ext cx="9372600" cy="5717400"/>
          </a:xfrm>
          <a:prstGeom prst="rect">
            <a:avLst/>
          </a:prstGeom>
          <a:noFill/>
          <a:ln>
            <a:noFill/>
          </a:ln>
        </p:spPr>
        <p:txBody>
          <a:bodyPr spcFirstLastPara="1" wrap="square" lIns="146275" tIns="146275" rIns="146275" bIns="146275" anchor="ctr" anchorCtr="0">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a:endParaRPr/>
          </a:p>
        </p:txBody>
      </p:sp>
      <p:sp>
        <p:nvSpPr>
          <p:cNvPr id="136" name="Google Shape;136;g3534c8e1ef0_0_2624"/>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7"/>
        <p:cNvGrpSpPr/>
        <p:nvPr/>
      </p:nvGrpSpPr>
      <p:grpSpPr>
        <a:xfrm>
          <a:off x="0" y="0"/>
          <a:ext cx="0" cy="0"/>
          <a:chOff x="0" y="0"/>
          <a:chExt cx="0" cy="0"/>
        </a:xfrm>
      </p:grpSpPr>
      <p:grpSp>
        <p:nvGrpSpPr>
          <p:cNvPr id="138" name="Google Shape;138;g3534c8e1ef0_0_2639"/>
          <p:cNvGrpSpPr/>
          <p:nvPr/>
        </p:nvGrpSpPr>
        <p:grpSpPr>
          <a:xfrm>
            <a:off x="1001538" y="478999"/>
            <a:ext cx="1598876" cy="1598876"/>
            <a:chOff x="348199" y="179450"/>
            <a:chExt cx="1116300" cy="1116300"/>
          </a:xfrm>
        </p:grpSpPr>
        <p:sp>
          <p:nvSpPr>
            <p:cNvPr id="139" name="Google Shape;139;g3534c8e1ef0_0_2639"/>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g3534c8e1ef0_0_2639"/>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 name="Google Shape;141;g3534c8e1ef0_0_2639"/>
          <p:cNvSpPr txBox="1">
            <a:spLocks noGrp="1"/>
          </p:cNvSpPr>
          <p:nvPr>
            <p:ph type="title"/>
          </p:nvPr>
        </p:nvSpPr>
        <p:spPr>
          <a:xfrm>
            <a:off x="2086080" y="957720"/>
            <a:ext cx="5488800" cy="3184200"/>
          </a:xfrm>
          <a:prstGeom prst="rect">
            <a:avLst/>
          </a:prstGeom>
          <a:noFill/>
          <a:ln w="9525" cap="flat" cmpd="sng">
            <a:solidFill>
              <a:schemeClr val="lt1"/>
            </a:solidFill>
            <a:prstDash val="solid"/>
            <a:round/>
            <a:headEnd type="none" w="sm" len="sm"/>
            <a:tailEnd type="none" w="sm" len="sm"/>
          </a:ln>
        </p:spPr>
        <p:txBody>
          <a:bodyPr spcFirstLastPara="1" wrap="square" lIns="146275" tIns="146275" rIns="146275" bIns="146275" anchor="t" anchorCtr="0">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a:endParaRPr/>
          </a:p>
        </p:txBody>
      </p:sp>
      <p:sp>
        <p:nvSpPr>
          <p:cNvPr id="142" name="Google Shape;142;g3534c8e1ef0_0_2639"/>
          <p:cNvSpPr txBox="1">
            <a:spLocks noGrp="1"/>
          </p:cNvSpPr>
          <p:nvPr>
            <p:ph type="subTitle" idx="1"/>
          </p:nvPr>
        </p:nvSpPr>
        <p:spPr>
          <a:xfrm>
            <a:off x="2086080" y="4389124"/>
            <a:ext cx="5488800" cy="1161600"/>
          </a:xfrm>
          <a:prstGeom prst="rect">
            <a:avLst/>
          </a:prstGeom>
          <a:noFill/>
          <a:ln w="9525" cap="flat" cmpd="sng">
            <a:solidFill>
              <a:schemeClr val="lt1"/>
            </a:solidFill>
            <a:prstDash val="solid"/>
            <a:round/>
            <a:headEnd type="none" w="sm" len="sm"/>
            <a:tailEnd type="none" w="sm" len="sm"/>
          </a:ln>
        </p:spPr>
        <p:txBody>
          <a:bodyPr spcFirstLastPara="1" wrap="square" lIns="146275" tIns="146275" rIns="146275" bIns="14627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143" name="Google Shape;143;g3534c8e1ef0_0_2639"/>
          <p:cNvSpPr txBox="1">
            <a:spLocks noGrp="1"/>
          </p:cNvSpPr>
          <p:nvPr>
            <p:ph type="body" idx="2"/>
          </p:nvPr>
        </p:nvSpPr>
        <p:spPr>
          <a:xfrm>
            <a:off x="7845920" y="1057600"/>
            <a:ext cx="5488800" cy="6192900"/>
          </a:xfrm>
          <a:prstGeom prst="rect">
            <a:avLst/>
          </a:prstGeom>
          <a:noFill/>
          <a:ln w="9525" cap="flat" cmpd="sng">
            <a:solidFill>
              <a:schemeClr val="lt1"/>
            </a:solidFill>
            <a:prstDash val="solid"/>
            <a:round/>
            <a:headEnd type="none" w="sm" len="sm"/>
            <a:tailEnd type="none" w="sm" len="sm"/>
          </a:ln>
        </p:spPr>
        <p:txBody>
          <a:bodyPr spcFirstLastPara="1" wrap="square" lIns="146275" tIns="146275" rIns="146275" bIns="146275" anchor="t" anchorCtr="0">
            <a:normAutofit/>
          </a:bodyPr>
          <a:lstStyle>
            <a:lvl1pPr marL="457200" lvl="0" indent="-361950" algn="l">
              <a:lnSpc>
                <a:spcPct val="115000"/>
              </a:lnSpc>
              <a:spcBef>
                <a:spcPts val="0"/>
              </a:spcBef>
              <a:spcAft>
                <a:spcPts val="0"/>
              </a:spcAft>
              <a:buSzPts val="21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44" name="Google Shape;144;g3534c8e1ef0_0_2639"/>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5"/>
        <p:cNvGrpSpPr/>
        <p:nvPr/>
      </p:nvGrpSpPr>
      <p:grpSpPr>
        <a:xfrm>
          <a:off x="0" y="0"/>
          <a:ext cx="0" cy="0"/>
          <a:chOff x="0" y="0"/>
          <a:chExt cx="0" cy="0"/>
        </a:xfrm>
      </p:grpSpPr>
      <p:grpSp>
        <p:nvGrpSpPr>
          <p:cNvPr id="146" name="Google Shape;146;g3534c8e1ef0_0_2647"/>
          <p:cNvGrpSpPr/>
          <p:nvPr/>
        </p:nvGrpSpPr>
        <p:grpSpPr>
          <a:xfrm>
            <a:off x="1141383" y="6155382"/>
            <a:ext cx="1320583" cy="1320583"/>
            <a:chOff x="348199" y="179450"/>
            <a:chExt cx="1116300" cy="1116300"/>
          </a:xfrm>
        </p:grpSpPr>
        <p:sp>
          <p:nvSpPr>
            <p:cNvPr id="147" name="Google Shape;147;g3534c8e1ef0_0_2647"/>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g3534c8e1ef0_0_2647"/>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9" name="Google Shape;149;g3534c8e1ef0_0_2647"/>
          <p:cNvSpPr txBox="1">
            <a:spLocks noGrp="1"/>
          </p:cNvSpPr>
          <p:nvPr>
            <p:ph type="body" idx="1"/>
          </p:nvPr>
        </p:nvSpPr>
        <p:spPr>
          <a:xfrm>
            <a:off x="2086080" y="6622360"/>
            <a:ext cx="9348900" cy="855900"/>
          </a:xfrm>
          <a:prstGeom prst="rect">
            <a:avLst/>
          </a:prstGeom>
          <a:noFill/>
          <a:ln>
            <a:noFill/>
          </a:ln>
        </p:spPr>
        <p:txBody>
          <a:bodyPr spcFirstLastPara="1" wrap="square" lIns="146275" tIns="146275" rIns="146275" bIns="146275" anchor="t" anchorCtr="0">
            <a:normAutofit/>
          </a:bodyPr>
          <a:lstStyle>
            <a:lvl1pPr marL="457200" lvl="0" indent="-228600" algn="l">
              <a:lnSpc>
                <a:spcPct val="100000"/>
              </a:lnSpc>
              <a:spcBef>
                <a:spcPts val="0"/>
              </a:spcBef>
              <a:spcAft>
                <a:spcPts val="0"/>
              </a:spcAft>
              <a:buSzPts val="2100"/>
              <a:buNone/>
              <a:defRPr/>
            </a:lvl1pPr>
          </a:lstStyle>
          <a:p>
            <a:endParaRPr/>
          </a:p>
        </p:txBody>
      </p:sp>
      <p:sp>
        <p:nvSpPr>
          <p:cNvPr id="150" name="Google Shape;150;g3534c8e1ef0_0_2647"/>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51"/>
        <p:cNvGrpSpPr/>
        <p:nvPr/>
      </p:nvGrpSpPr>
      <p:grpSpPr>
        <a:xfrm>
          <a:off x="0" y="0"/>
          <a:ext cx="0" cy="0"/>
          <a:chOff x="0" y="0"/>
          <a:chExt cx="0" cy="0"/>
        </a:xfrm>
      </p:grpSpPr>
      <p:grpSp>
        <p:nvGrpSpPr>
          <p:cNvPr id="152" name="Google Shape;152;g3534c8e1ef0_0_2653"/>
          <p:cNvGrpSpPr/>
          <p:nvPr/>
        </p:nvGrpSpPr>
        <p:grpSpPr>
          <a:xfrm>
            <a:off x="83" y="6558720"/>
            <a:ext cx="14630457" cy="1670880"/>
            <a:chOff x="52" y="4099200"/>
            <a:chExt cx="9144036" cy="1044300"/>
          </a:xfrm>
        </p:grpSpPr>
        <p:grpSp>
          <p:nvGrpSpPr>
            <p:cNvPr id="153" name="Google Shape;153;g3534c8e1ef0_0_2653"/>
            <p:cNvGrpSpPr/>
            <p:nvPr/>
          </p:nvGrpSpPr>
          <p:grpSpPr>
            <a:xfrm>
              <a:off x="52" y="4309200"/>
              <a:ext cx="231622" cy="834300"/>
              <a:chOff x="2688737" y="4301380"/>
              <a:chExt cx="231900" cy="834300"/>
            </a:xfrm>
          </p:grpSpPr>
          <p:sp>
            <p:nvSpPr>
              <p:cNvPr id="154" name="Google Shape;154;g3534c8e1ef0_0_2653"/>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3534c8e1ef0_0_2653"/>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g3534c8e1ef0_0_2653"/>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3534c8e1ef0_0_2653"/>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8" name="Google Shape;158;g3534c8e1ef0_0_2653"/>
            <p:cNvGrpSpPr/>
            <p:nvPr/>
          </p:nvGrpSpPr>
          <p:grpSpPr>
            <a:xfrm>
              <a:off x="371406" y="4099200"/>
              <a:ext cx="231622" cy="1044300"/>
              <a:chOff x="2688737" y="4091380"/>
              <a:chExt cx="231900" cy="1044300"/>
            </a:xfrm>
          </p:grpSpPr>
          <p:sp>
            <p:nvSpPr>
              <p:cNvPr id="159" name="Google Shape;159;g3534c8e1ef0_0_2653"/>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g3534c8e1ef0_0_2653"/>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g3534c8e1ef0_0_2653"/>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g3534c8e1ef0_0_2653"/>
              <p:cNvSpPr/>
              <p:nvPr/>
            </p:nvSpPr>
            <p:spPr>
              <a:xfrm flipH="1">
                <a:off x="2688737" y="4091380"/>
                <a:ext cx="231900" cy="104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g3534c8e1ef0_0_2653"/>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4" name="Google Shape;164;g3534c8e1ef0_0_2653"/>
            <p:cNvGrpSpPr/>
            <p:nvPr/>
          </p:nvGrpSpPr>
          <p:grpSpPr>
            <a:xfrm>
              <a:off x="742761" y="4309200"/>
              <a:ext cx="231622" cy="834300"/>
              <a:chOff x="2688737" y="4301380"/>
              <a:chExt cx="231900" cy="834300"/>
            </a:xfrm>
          </p:grpSpPr>
          <p:sp>
            <p:nvSpPr>
              <p:cNvPr id="165" name="Google Shape;165;g3534c8e1ef0_0_2653"/>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3534c8e1ef0_0_2653"/>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g3534c8e1ef0_0_2653"/>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g3534c8e1ef0_0_2653"/>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9" name="Google Shape;169;g3534c8e1ef0_0_2653"/>
            <p:cNvGrpSpPr/>
            <p:nvPr/>
          </p:nvGrpSpPr>
          <p:grpSpPr>
            <a:xfrm>
              <a:off x="1114115" y="4518900"/>
              <a:ext cx="231622" cy="624600"/>
              <a:chOff x="2688737" y="4511080"/>
              <a:chExt cx="231900" cy="624600"/>
            </a:xfrm>
          </p:grpSpPr>
          <p:sp>
            <p:nvSpPr>
              <p:cNvPr id="170" name="Google Shape;170;g3534c8e1ef0_0_2653"/>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g3534c8e1ef0_0_2653"/>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g3534c8e1ef0_0_2653"/>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3" name="Google Shape;173;g3534c8e1ef0_0_2653"/>
            <p:cNvGrpSpPr/>
            <p:nvPr/>
          </p:nvGrpSpPr>
          <p:grpSpPr>
            <a:xfrm>
              <a:off x="1856753" y="4099200"/>
              <a:ext cx="231600" cy="1044300"/>
              <a:chOff x="1856753" y="4099200"/>
              <a:chExt cx="231600" cy="1044300"/>
            </a:xfrm>
          </p:grpSpPr>
          <p:sp>
            <p:nvSpPr>
              <p:cNvPr id="174" name="Google Shape;174;g3534c8e1ef0_0_2653"/>
              <p:cNvSpPr/>
              <p:nvPr/>
            </p:nvSpPr>
            <p:spPr>
              <a:xfrm flipH="1">
                <a:off x="185675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g3534c8e1ef0_0_2653"/>
              <p:cNvSpPr/>
              <p:nvPr/>
            </p:nvSpPr>
            <p:spPr>
              <a:xfrm flipH="1">
                <a:off x="1856753"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g3534c8e1ef0_0_2653"/>
              <p:cNvSpPr/>
              <p:nvPr/>
            </p:nvSpPr>
            <p:spPr>
              <a:xfrm flipH="1">
                <a:off x="185675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g3534c8e1ef0_0_2653"/>
              <p:cNvSpPr/>
              <p:nvPr/>
            </p:nvSpPr>
            <p:spPr>
              <a:xfrm flipH="1">
                <a:off x="1856753"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g3534c8e1ef0_0_2653"/>
              <p:cNvSpPr/>
              <p:nvPr/>
            </p:nvSpPr>
            <p:spPr>
              <a:xfrm flipH="1">
                <a:off x="185675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9" name="Google Shape;179;g3534c8e1ef0_0_2653"/>
            <p:cNvGrpSpPr/>
            <p:nvPr/>
          </p:nvGrpSpPr>
          <p:grpSpPr>
            <a:xfrm>
              <a:off x="2228107" y="4309200"/>
              <a:ext cx="231600" cy="834300"/>
              <a:chOff x="2228107" y="4309200"/>
              <a:chExt cx="231600" cy="834300"/>
            </a:xfrm>
          </p:grpSpPr>
          <p:sp>
            <p:nvSpPr>
              <p:cNvPr id="180" name="Google Shape;180;g3534c8e1ef0_0_2653"/>
              <p:cNvSpPr/>
              <p:nvPr/>
            </p:nvSpPr>
            <p:spPr>
              <a:xfrm flipH="1">
                <a:off x="2228107"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g3534c8e1ef0_0_2653"/>
              <p:cNvSpPr/>
              <p:nvPr/>
            </p:nvSpPr>
            <p:spPr>
              <a:xfrm flipH="1">
                <a:off x="2228107"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g3534c8e1ef0_0_2653"/>
              <p:cNvSpPr/>
              <p:nvPr/>
            </p:nvSpPr>
            <p:spPr>
              <a:xfrm flipH="1">
                <a:off x="2228107"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g3534c8e1ef0_0_2653"/>
              <p:cNvSpPr/>
              <p:nvPr/>
            </p:nvSpPr>
            <p:spPr>
              <a:xfrm flipH="1">
                <a:off x="2228107"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4" name="Google Shape;184;g3534c8e1ef0_0_2653"/>
            <p:cNvGrpSpPr/>
            <p:nvPr/>
          </p:nvGrpSpPr>
          <p:grpSpPr>
            <a:xfrm>
              <a:off x="2599462" y="4518900"/>
              <a:ext cx="231600" cy="624600"/>
              <a:chOff x="2599462" y="4518900"/>
              <a:chExt cx="231600" cy="624600"/>
            </a:xfrm>
          </p:grpSpPr>
          <p:sp>
            <p:nvSpPr>
              <p:cNvPr id="185" name="Google Shape;185;g3534c8e1ef0_0_2653"/>
              <p:cNvSpPr/>
              <p:nvPr/>
            </p:nvSpPr>
            <p:spPr>
              <a:xfrm flipH="1">
                <a:off x="2599462"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g3534c8e1ef0_0_2653"/>
              <p:cNvSpPr/>
              <p:nvPr/>
            </p:nvSpPr>
            <p:spPr>
              <a:xfrm flipH="1">
                <a:off x="2599462"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g3534c8e1ef0_0_2653"/>
              <p:cNvSpPr/>
              <p:nvPr/>
            </p:nvSpPr>
            <p:spPr>
              <a:xfrm flipH="1">
                <a:off x="2599462"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8" name="Google Shape;188;g3534c8e1ef0_0_2653"/>
            <p:cNvGrpSpPr/>
            <p:nvPr/>
          </p:nvGrpSpPr>
          <p:grpSpPr>
            <a:xfrm>
              <a:off x="3342171" y="4099200"/>
              <a:ext cx="231600" cy="1044300"/>
              <a:chOff x="3342171" y="4099200"/>
              <a:chExt cx="231600" cy="1044300"/>
            </a:xfrm>
          </p:grpSpPr>
          <p:sp>
            <p:nvSpPr>
              <p:cNvPr id="189" name="Google Shape;189;g3534c8e1ef0_0_2653"/>
              <p:cNvSpPr/>
              <p:nvPr/>
            </p:nvSpPr>
            <p:spPr>
              <a:xfrm flipH="1">
                <a:off x="3342171"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g3534c8e1ef0_0_2653"/>
              <p:cNvSpPr/>
              <p:nvPr/>
            </p:nvSpPr>
            <p:spPr>
              <a:xfrm flipH="1">
                <a:off x="3342171"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3534c8e1ef0_0_2653"/>
              <p:cNvSpPr/>
              <p:nvPr/>
            </p:nvSpPr>
            <p:spPr>
              <a:xfrm flipH="1">
                <a:off x="3342171"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3534c8e1ef0_0_2653"/>
              <p:cNvSpPr/>
              <p:nvPr/>
            </p:nvSpPr>
            <p:spPr>
              <a:xfrm flipH="1">
                <a:off x="3342171"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3534c8e1ef0_0_2653"/>
              <p:cNvSpPr/>
              <p:nvPr/>
            </p:nvSpPr>
            <p:spPr>
              <a:xfrm flipH="1">
                <a:off x="3342171"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4" name="Google Shape;194;g3534c8e1ef0_0_2653"/>
            <p:cNvGrpSpPr/>
            <p:nvPr/>
          </p:nvGrpSpPr>
          <p:grpSpPr>
            <a:xfrm>
              <a:off x="3713525" y="4309200"/>
              <a:ext cx="231600" cy="834300"/>
              <a:chOff x="3713525" y="4309200"/>
              <a:chExt cx="231600" cy="834300"/>
            </a:xfrm>
          </p:grpSpPr>
          <p:sp>
            <p:nvSpPr>
              <p:cNvPr id="195" name="Google Shape;195;g3534c8e1ef0_0_2653"/>
              <p:cNvSpPr/>
              <p:nvPr/>
            </p:nvSpPr>
            <p:spPr>
              <a:xfrm flipH="1">
                <a:off x="3713525"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g3534c8e1ef0_0_2653"/>
              <p:cNvSpPr/>
              <p:nvPr/>
            </p:nvSpPr>
            <p:spPr>
              <a:xfrm flipH="1">
                <a:off x="3713525"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g3534c8e1ef0_0_2653"/>
              <p:cNvSpPr/>
              <p:nvPr/>
            </p:nvSpPr>
            <p:spPr>
              <a:xfrm flipH="1">
                <a:off x="3713525"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g3534c8e1ef0_0_2653"/>
              <p:cNvSpPr/>
              <p:nvPr/>
            </p:nvSpPr>
            <p:spPr>
              <a:xfrm flipH="1">
                <a:off x="3713525"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9" name="Google Shape;199;g3534c8e1ef0_0_2653"/>
            <p:cNvGrpSpPr/>
            <p:nvPr/>
          </p:nvGrpSpPr>
          <p:grpSpPr>
            <a:xfrm>
              <a:off x="1485398" y="4309200"/>
              <a:ext cx="231600" cy="834300"/>
              <a:chOff x="1485398" y="4309200"/>
              <a:chExt cx="231600" cy="834300"/>
            </a:xfrm>
          </p:grpSpPr>
          <p:sp>
            <p:nvSpPr>
              <p:cNvPr id="200" name="Google Shape;200;g3534c8e1ef0_0_2653"/>
              <p:cNvSpPr/>
              <p:nvPr/>
            </p:nvSpPr>
            <p:spPr>
              <a:xfrm flipH="1">
                <a:off x="148539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g3534c8e1ef0_0_2653"/>
              <p:cNvSpPr/>
              <p:nvPr/>
            </p:nvSpPr>
            <p:spPr>
              <a:xfrm flipH="1">
                <a:off x="148539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3534c8e1ef0_0_2653"/>
              <p:cNvSpPr/>
              <p:nvPr/>
            </p:nvSpPr>
            <p:spPr>
              <a:xfrm flipH="1">
                <a:off x="148539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g3534c8e1ef0_0_2653"/>
              <p:cNvSpPr/>
              <p:nvPr/>
            </p:nvSpPr>
            <p:spPr>
              <a:xfrm flipH="1">
                <a:off x="148539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4" name="Google Shape;204;g3534c8e1ef0_0_2653"/>
            <p:cNvGrpSpPr/>
            <p:nvPr/>
          </p:nvGrpSpPr>
          <p:grpSpPr>
            <a:xfrm>
              <a:off x="4084879" y="4518900"/>
              <a:ext cx="231600" cy="624600"/>
              <a:chOff x="4084879" y="4518900"/>
              <a:chExt cx="231600" cy="624600"/>
            </a:xfrm>
          </p:grpSpPr>
          <p:sp>
            <p:nvSpPr>
              <p:cNvPr id="205" name="Google Shape;205;g3534c8e1ef0_0_2653"/>
              <p:cNvSpPr/>
              <p:nvPr/>
            </p:nvSpPr>
            <p:spPr>
              <a:xfrm flipH="1">
                <a:off x="4084879"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g3534c8e1ef0_0_2653"/>
              <p:cNvSpPr/>
              <p:nvPr/>
            </p:nvSpPr>
            <p:spPr>
              <a:xfrm flipH="1">
                <a:off x="4084879"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g3534c8e1ef0_0_2653"/>
              <p:cNvSpPr/>
              <p:nvPr/>
            </p:nvSpPr>
            <p:spPr>
              <a:xfrm flipH="1">
                <a:off x="4084879"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8" name="Google Shape;208;g3534c8e1ef0_0_2653"/>
            <p:cNvGrpSpPr/>
            <p:nvPr/>
          </p:nvGrpSpPr>
          <p:grpSpPr>
            <a:xfrm>
              <a:off x="2970816" y="4309200"/>
              <a:ext cx="231600" cy="834300"/>
              <a:chOff x="2970816" y="4309200"/>
              <a:chExt cx="231600" cy="834300"/>
            </a:xfrm>
          </p:grpSpPr>
          <p:sp>
            <p:nvSpPr>
              <p:cNvPr id="209" name="Google Shape;209;g3534c8e1ef0_0_2653"/>
              <p:cNvSpPr/>
              <p:nvPr/>
            </p:nvSpPr>
            <p:spPr>
              <a:xfrm flipH="1">
                <a:off x="2970816"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g3534c8e1ef0_0_2653"/>
              <p:cNvSpPr/>
              <p:nvPr/>
            </p:nvSpPr>
            <p:spPr>
              <a:xfrm flipH="1">
                <a:off x="2970816"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g3534c8e1ef0_0_2653"/>
              <p:cNvSpPr/>
              <p:nvPr/>
            </p:nvSpPr>
            <p:spPr>
              <a:xfrm flipH="1">
                <a:off x="2970816"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g3534c8e1ef0_0_2653"/>
              <p:cNvSpPr/>
              <p:nvPr/>
            </p:nvSpPr>
            <p:spPr>
              <a:xfrm flipH="1">
                <a:off x="2970816"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3" name="Google Shape;213;g3534c8e1ef0_0_2653"/>
            <p:cNvGrpSpPr/>
            <p:nvPr/>
          </p:nvGrpSpPr>
          <p:grpSpPr>
            <a:xfrm>
              <a:off x="4456234" y="4309200"/>
              <a:ext cx="231600" cy="834300"/>
              <a:chOff x="4456234" y="4309200"/>
              <a:chExt cx="231600" cy="834300"/>
            </a:xfrm>
          </p:grpSpPr>
          <p:sp>
            <p:nvSpPr>
              <p:cNvPr id="214" name="Google Shape;214;g3534c8e1ef0_0_2653"/>
              <p:cNvSpPr/>
              <p:nvPr/>
            </p:nvSpPr>
            <p:spPr>
              <a:xfrm flipH="1">
                <a:off x="4456234"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g3534c8e1ef0_0_2653"/>
              <p:cNvSpPr/>
              <p:nvPr/>
            </p:nvSpPr>
            <p:spPr>
              <a:xfrm flipH="1">
                <a:off x="4456234"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g3534c8e1ef0_0_2653"/>
              <p:cNvSpPr/>
              <p:nvPr/>
            </p:nvSpPr>
            <p:spPr>
              <a:xfrm flipH="1">
                <a:off x="4456234"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g3534c8e1ef0_0_2653"/>
              <p:cNvSpPr/>
              <p:nvPr/>
            </p:nvSpPr>
            <p:spPr>
              <a:xfrm flipH="1">
                <a:off x="4456234"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8" name="Google Shape;218;g3534c8e1ef0_0_2653"/>
            <p:cNvGrpSpPr/>
            <p:nvPr/>
          </p:nvGrpSpPr>
          <p:grpSpPr>
            <a:xfrm>
              <a:off x="4827588" y="4099200"/>
              <a:ext cx="231600" cy="1044300"/>
              <a:chOff x="4827588" y="4099200"/>
              <a:chExt cx="231600" cy="1044300"/>
            </a:xfrm>
          </p:grpSpPr>
          <p:sp>
            <p:nvSpPr>
              <p:cNvPr id="219" name="Google Shape;219;g3534c8e1ef0_0_2653"/>
              <p:cNvSpPr/>
              <p:nvPr/>
            </p:nvSpPr>
            <p:spPr>
              <a:xfrm flipH="1">
                <a:off x="482758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3534c8e1ef0_0_2653"/>
              <p:cNvSpPr/>
              <p:nvPr/>
            </p:nvSpPr>
            <p:spPr>
              <a:xfrm flipH="1">
                <a:off x="482758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3534c8e1ef0_0_2653"/>
              <p:cNvSpPr/>
              <p:nvPr/>
            </p:nvSpPr>
            <p:spPr>
              <a:xfrm flipH="1">
                <a:off x="482758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g3534c8e1ef0_0_2653"/>
              <p:cNvSpPr/>
              <p:nvPr/>
            </p:nvSpPr>
            <p:spPr>
              <a:xfrm flipH="1">
                <a:off x="4827588"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g3534c8e1ef0_0_2653"/>
              <p:cNvSpPr/>
              <p:nvPr/>
            </p:nvSpPr>
            <p:spPr>
              <a:xfrm flipH="1">
                <a:off x="482758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4" name="Google Shape;224;g3534c8e1ef0_0_2653"/>
            <p:cNvGrpSpPr/>
            <p:nvPr/>
          </p:nvGrpSpPr>
          <p:grpSpPr>
            <a:xfrm>
              <a:off x="5198943" y="4309200"/>
              <a:ext cx="231600" cy="834300"/>
              <a:chOff x="5198943" y="4309200"/>
              <a:chExt cx="231600" cy="834300"/>
            </a:xfrm>
          </p:grpSpPr>
          <p:sp>
            <p:nvSpPr>
              <p:cNvPr id="225" name="Google Shape;225;g3534c8e1ef0_0_2653"/>
              <p:cNvSpPr/>
              <p:nvPr/>
            </p:nvSpPr>
            <p:spPr>
              <a:xfrm flipH="1">
                <a:off x="519894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g3534c8e1ef0_0_2653"/>
              <p:cNvSpPr/>
              <p:nvPr/>
            </p:nvSpPr>
            <p:spPr>
              <a:xfrm flipH="1">
                <a:off x="5198943"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g3534c8e1ef0_0_2653"/>
              <p:cNvSpPr/>
              <p:nvPr/>
            </p:nvSpPr>
            <p:spPr>
              <a:xfrm flipH="1">
                <a:off x="519894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g3534c8e1ef0_0_2653"/>
              <p:cNvSpPr/>
              <p:nvPr/>
            </p:nvSpPr>
            <p:spPr>
              <a:xfrm flipH="1">
                <a:off x="519894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9" name="Google Shape;229;g3534c8e1ef0_0_2653"/>
            <p:cNvGrpSpPr/>
            <p:nvPr/>
          </p:nvGrpSpPr>
          <p:grpSpPr>
            <a:xfrm>
              <a:off x="5570297" y="4518900"/>
              <a:ext cx="231600" cy="624600"/>
              <a:chOff x="5570297" y="4518900"/>
              <a:chExt cx="231600" cy="624600"/>
            </a:xfrm>
          </p:grpSpPr>
          <p:sp>
            <p:nvSpPr>
              <p:cNvPr id="230" name="Google Shape;230;g3534c8e1ef0_0_2653"/>
              <p:cNvSpPr/>
              <p:nvPr/>
            </p:nvSpPr>
            <p:spPr>
              <a:xfrm flipH="1">
                <a:off x="5570297"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g3534c8e1ef0_0_2653"/>
              <p:cNvSpPr/>
              <p:nvPr/>
            </p:nvSpPr>
            <p:spPr>
              <a:xfrm flipH="1">
                <a:off x="5570297"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g3534c8e1ef0_0_2653"/>
              <p:cNvSpPr/>
              <p:nvPr/>
            </p:nvSpPr>
            <p:spPr>
              <a:xfrm flipH="1">
                <a:off x="5570297"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3" name="Google Shape;233;g3534c8e1ef0_0_2653"/>
            <p:cNvGrpSpPr/>
            <p:nvPr/>
          </p:nvGrpSpPr>
          <p:grpSpPr>
            <a:xfrm>
              <a:off x="5941652" y="4309200"/>
              <a:ext cx="231600" cy="834300"/>
              <a:chOff x="5941652" y="4309200"/>
              <a:chExt cx="231600" cy="834300"/>
            </a:xfrm>
          </p:grpSpPr>
          <p:sp>
            <p:nvSpPr>
              <p:cNvPr id="234" name="Google Shape;234;g3534c8e1ef0_0_2653"/>
              <p:cNvSpPr/>
              <p:nvPr/>
            </p:nvSpPr>
            <p:spPr>
              <a:xfrm flipH="1">
                <a:off x="5941652"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g3534c8e1ef0_0_2653"/>
              <p:cNvSpPr/>
              <p:nvPr/>
            </p:nvSpPr>
            <p:spPr>
              <a:xfrm flipH="1">
                <a:off x="5941652"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g3534c8e1ef0_0_2653"/>
              <p:cNvSpPr/>
              <p:nvPr/>
            </p:nvSpPr>
            <p:spPr>
              <a:xfrm flipH="1">
                <a:off x="5941652"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g3534c8e1ef0_0_2653"/>
              <p:cNvSpPr/>
              <p:nvPr/>
            </p:nvSpPr>
            <p:spPr>
              <a:xfrm flipH="1">
                <a:off x="5941652"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8" name="Google Shape;238;g3534c8e1ef0_0_2653"/>
            <p:cNvGrpSpPr/>
            <p:nvPr/>
          </p:nvGrpSpPr>
          <p:grpSpPr>
            <a:xfrm>
              <a:off x="6313006" y="4099200"/>
              <a:ext cx="231600" cy="1044300"/>
              <a:chOff x="6313006" y="4099200"/>
              <a:chExt cx="231600" cy="1044300"/>
            </a:xfrm>
          </p:grpSpPr>
          <p:sp>
            <p:nvSpPr>
              <p:cNvPr id="239" name="Google Shape;239;g3534c8e1ef0_0_2653"/>
              <p:cNvSpPr/>
              <p:nvPr/>
            </p:nvSpPr>
            <p:spPr>
              <a:xfrm flipH="1">
                <a:off x="6313006"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g3534c8e1ef0_0_2653"/>
              <p:cNvSpPr/>
              <p:nvPr/>
            </p:nvSpPr>
            <p:spPr>
              <a:xfrm flipH="1">
                <a:off x="6313006"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g3534c8e1ef0_0_2653"/>
              <p:cNvSpPr/>
              <p:nvPr/>
            </p:nvSpPr>
            <p:spPr>
              <a:xfrm flipH="1">
                <a:off x="6313006"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g3534c8e1ef0_0_2653"/>
              <p:cNvSpPr/>
              <p:nvPr/>
            </p:nvSpPr>
            <p:spPr>
              <a:xfrm flipH="1">
                <a:off x="6313006"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g3534c8e1ef0_0_2653"/>
              <p:cNvSpPr/>
              <p:nvPr/>
            </p:nvSpPr>
            <p:spPr>
              <a:xfrm flipH="1">
                <a:off x="6313006"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4" name="Google Shape;244;g3534c8e1ef0_0_2653"/>
            <p:cNvGrpSpPr/>
            <p:nvPr/>
          </p:nvGrpSpPr>
          <p:grpSpPr>
            <a:xfrm>
              <a:off x="6684361" y="4309200"/>
              <a:ext cx="231600" cy="834300"/>
              <a:chOff x="6684361" y="4309200"/>
              <a:chExt cx="231600" cy="834300"/>
            </a:xfrm>
          </p:grpSpPr>
          <p:sp>
            <p:nvSpPr>
              <p:cNvPr id="245" name="Google Shape;245;g3534c8e1ef0_0_2653"/>
              <p:cNvSpPr/>
              <p:nvPr/>
            </p:nvSpPr>
            <p:spPr>
              <a:xfrm flipH="1">
                <a:off x="6684361"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g3534c8e1ef0_0_2653"/>
              <p:cNvSpPr/>
              <p:nvPr/>
            </p:nvSpPr>
            <p:spPr>
              <a:xfrm flipH="1">
                <a:off x="6684361"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g3534c8e1ef0_0_2653"/>
              <p:cNvSpPr/>
              <p:nvPr/>
            </p:nvSpPr>
            <p:spPr>
              <a:xfrm flipH="1">
                <a:off x="6684361"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g3534c8e1ef0_0_2653"/>
              <p:cNvSpPr/>
              <p:nvPr/>
            </p:nvSpPr>
            <p:spPr>
              <a:xfrm flipH="1">
                <a:off x="6684361"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9" name="Google Shape;249;g3534c8e1ef0_0_2653"/>
            <p:cNvGrpSpPr/>
            <p:nvPr/>
          </p:nvGrpSpPr>
          <p:grpSpPr>
            <a:xfrm>
              <a:off x="7055715" y="4518900"/>
              <a:ext cx="231600" cy="624600"/>
              <a:chOff x="7055715" y="4518900"/>
              <a:chExt cx="231600" cy="624600"/>
            </a:xfrm>
          </p:grpSpPr>
          <p:sp>
            <p:nvSpPr>
              <p:cNvPr id="250" name="Google Shape;250;g3534c8e1ef0_0_2653"/>
              <p:cNvSpPr/>
              <p:nvPr/>
            </p:nvSpPr>
            <p:spPr>
              <a:xfrm flipH="1">
                <a:off x="7055715"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g3534c8e1ef0_0_2653"/>
              <p:cNvSpPr/>
              <p:nvPr/>
            </p:nvSpPr>
            <p:spPr>
              <a:xfrm flipH="1">
                <a:off x="7055715"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g3534c8e1ef0_0_2653"/>
              <p:cNvSpPr/>
              <p:nvPr/>
            </p:nvSpPr>
            <p:spPr>
              <a:xfrm flipH="1">
                <a:off x="7055715"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3" name="Google Shape;253;g3534c8e1ef0_0_2653"/>
            <p:cNvGrpSpPr/>
            <p:nvPr/>
          </p:nvGrpSpPr>
          <p:grpSpPr>
            <a:xfrm>
              <a:off x="7798424" y="4099200"/>
              <a:ext cx="231600" cy="1044300"/>
              <a:chOff x="7798424" y="4099200"/>
              <a:chExt cx="231600" cy="1044300"/>
            </a:xfrm>
          </p:grpSpPr>
          <p:sp>
            <p:nvSpPr>
              <p:cNvPr id="254" name="Google Shape;254;g3534c8e1ef0_0_2653"/>
              <p:cNvSpPr/>
              <p:nvPr/>
            </p:nvSpPr>
            <p:spPr>
              <a:xfrm flipH="1">
                <a:off x="7798424"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g3534c8e1ef0_0_2653"/>
              <p:cNvSpPr/>
              <p:nvPr/>
            </p:nvSpPr>
            <p:spPr>
              <a:xfrm flipH="1">
                <a:off x="7798424"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g3534c8e1ef0_0_2653"/>
              <p:cNvSpPr/>
              <p:nvPr/>
            </p:nvSpPr>
            <p:spPr>
              <a:xfrm flipH="1">
                <a:off x="7798424"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g3534c8e1ef0_0_2653"/>
              <p:cNvSpPr/>
              <p:nvPr/>
            </p:nvSpPr>
            <p:spPr>
              <a:xfrm flipH="1">
                <a:off x="7798424"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g3534c8e1ef0_0_2653"/>
              <p:cNvSpPr/>
              <p:nvPr/>
            </p:nvSpPr>
            <p:spPr>
              <a:xfrm flipH="1">
                <a:off x="7798424"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9" name="Google Shape;259;g3534c8e1ef0_0_2653"/>
            <p:cNvGrpSpPr/>
            <p:nvPr/>
          </p:nvGrpSpPr>
          <p:grpSpPr>
            <a:xfrm>
              <a:off x="8169779" y="4309200"/>
              <a:ext cx="231600" cy="834300"/>
              <a:chOff x="8169779" y="4309200"/>
              <a:chExt cx="231600" cy="834300"/>
            </a:xfrm>
          </p:grpSpPr>
          <p:sp>
            <p:nvSpPr>
              <p:cNvPr id="260" name="Google Shape;260;g3534c8e1ef0_0_2653"/>
              <p:cNvSpPr/>
              <p:nvPr/>
            </p:nvSpPr>
            <p:spPr>
              <a:xfrm flipH="1">
                <a:off x="8169779"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g3534c8e1ef0_0_2653"/>
              <p:cNvSpPr/>
              <p:nvPr/>
            </p:nvSpPr>
            <p:spPr>
              <a:xfrm flipH="1">
                <a:off x="8169779"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g3534c8e1ef0_0_2653"/>
              <p:cNvSpPr/>
              <p:nvPr/>
            </p:nvSpPr>
            <p:spPr>
              <a:xfrm flipH="1">
                <a:off x="8169779"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g3534c8e1ef0_0_2653"/>
              <p:cNvSpPr/>
              <p:nvPr/>
            </p:nvSpPr>
            <p:spPr>
              <a:xfrm flipH="1">
                <a:off x="8169779"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4" name="Google Shape;264;g3534c8e1ef0_0_2653"/>
            <p:cNvGrpSpPr/>
            <p:nvPr/>
          </p:nvGrpSpPr>
          <p:grpSpPr>
            <a:xfrm>
              <a:off x="7427070" y="4309200"/>
              <a:ext cx="231600" cy="834300"/>
              <a:chOff x="7427070" y="4309200"/>
              <a:chExt cx="231600" cy="834300"/>
            </a:xfrm>
          </p:grpSpPr>
          <p:sp>
            <p:nvSpPr>
              <p:cNvPr id="265" name="Google Shape;265;g3534c8e1ef0_0_2653"/>
              <p:cNvSpPr/>
              <p:nvPr/>
            </p:nvSpPr>
            <p:spPr>
              <a:xfrm flipH="1">
                <a:off x="7427070"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g3534c8e1ef0_0_2653"/>
              <p:cNvSpPr/>
              <p:nvPr/>
            </p:nvSpPr>
            <p:spPr>
              <a:xfrm flipH="1">
                <a:off x="7427070"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g3534c8e1ef0_0_2653"/>
              <p:cNvSpPr/>
              <p:nvPr/>
            </p:nvSpPr>
            <p:spPr>
              <a:xfrm flipH="1">
                <a:off x="7427070"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g3534c8e1ef0_0_2653"/>
              <p:cNvSpPr/>
              <p:nvPr/>
            </p:nvSpPr>
            <p:spPr>
              <a:xfrm flipH="1">
                <a:off x="7427070"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9" name="Google Shape;269;g3534c8e1ef0_0_2653"/>
            <p:cNvGrpSpPr/>
            <p:nvPr/>
          </p:nvGrpSpPr>
          <p:grpSpPr>
            <a:xfrm>
              <a:off x="8541133" y="4518900"/>
              <a:ext cx="231600" cy="624600"/>
              <a:chOff x="8541133" y="4518900"/>
              <a:chExt cx="231600" cy="624600"/>
            </a:xfrm>
          </p:grpSpPr>
          <p:sp>
            <p:nvSpPr>
              <p:cNvPr id="270" name="Google Shape;270;g3534c8e1ef0_0_2653"/>
              <p:cNvSpPr/>
              <p:nvPr/>
            </p:nvSpPr>
            <p:spPr>
              <a:xfrm flipH="1">
                <a:off x="854113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g3534c8e1ef0_0_2653"/>
              <p:cNvSpPr/>
              <p:nvPr/>
            </p:nvSpPr>
            <p:spPr>
              <a:xfrm flipH="1">
                <a:off x="854113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g3534c8e1ef0_0_2653"/>
              <p:cNvSpPr/>
              <p:nvPr/>
            </p:nvSpPr>
            <p:spPr>
              <a:xfrm flipH="1">
                <a:off x="854113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3" name="Google Shape;273;g3534c8e1ef0_0_2653"/>
            <p:cNvGrpSpPr/>
            <p:nvPr/>
          </p:nvGrpSpPr>
          <p:grpSpPr>
            <a:xfrm>
              <a:off x="8912488" y="4309200"/>
              <a:ext cx="231600" cy="834300"/>
              <a:chOff x="8912488" y="4309200"/>
              <a:chExt cx="231600" cy="834300"/>
            </a:xfrm>
          </p:grpSpPr>
          <p:sp>
            <p:nvSpPr>
              <p:cNvPr id="274" name="Google Shape;274;g3534c8e1ef0_0_2653"/>
              <p:cNvSpPr/>
              <p:nvPr/>
            </p:nvSpPr>
            <p:spPr>
              <a:xfrm flipH="1">
                <a:off x="891248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g3534c8e1ef0_0_2653"/>
              <p:cNvSpPr/>
              <p:nvPr/>
            </p:nvSpPr>
            <p:spPr>
              <a:xfrm flipH="1">
                <a:off x="891248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534c8e1ef0_0_2653"/>
              <p:cNvSpPr/>
              <p:nvPr/>
            </p:nvSpPr>
            <p:spPr>
              <a:xfrm flipH="1">
                <a:off x="891248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g3534c8e1ef0_0_2653"/>
              <p:cNvSpPr/>
              <p:nvPr/>
            </p:nvSpPr>
            <p:spPr>
              <a:xfrm flipH="1">
                <a:off x="891248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146275" tIns="146275" rIns="146275" bIns="146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78" name="Google Shape;278;g3534c8e1ef0_0_2653"/>
          <p:cNvSpPr txBox="1">
            <a:spLocks noGrp="1"/>
          </p:cNvSpPr>
          <p:nvPr>
            <p:ph type="title" hasCustomPrompt="1"/>
          </p:nvPr>
        </p:nvSpPr>
        <p:spPr>
          <a:xfrm>
            <a:off x="2221800" y="1236360"/>
            <a:ext cx="10187100" cy="2981400"/>
          </a:xfrm>
          <a:prstGeom prst="rect">
            <a:avLst/>
          </a:prstGeom>
          <a:noFill/>
          <a:ln>
            <a:noFill/>
          </a:ln>
        </p:spPr>
        <p:txBody>
          <a:bodyPr spcFirstLastPara="1" wrap="square" lIns="146275" tIns="146275" rIns="146275" bIns="146275" anchor="ctr" anchorCtr="0">
            <a:normAutofit/>
          </a:bodyPr>
          <a:lstStyle>
            <a:lvl1pPr lvl="0" algn="ctr">
              <a:lnSpc>
                <a:spcPct val="100000"/>
              </a:lnSpc>
              <a:spcBef>
                <a:spcPts val="0"/>
              </a:spcBef>
              <a:spcAft>
                <a:spcPts val="0"/>
              </a:spcAft>
              <a:buClr>
                <a:schemeClr val="lt1"/>
              </a:buClr>
              <a:buSzPts val="12800"/>
              <a:buNone/>
              <a:defRPr sz="12800">
                <a:solidFill>
                  <a:schemeClr val="lt1"/>
                </a:solidFill>
              </a:defRPr>
            </a:lvl1pPr>
            <a:lvl2pPr lvl="1" algn="ctr">
              <a:lnSpc>
                <a:spcPct val="100000"/>
              </a:lnSpc>
              <a:spcBef>
                <a:spcPts val="0"/>
              </a:spcBef>
              <a:spcAft>
                <a:spcPts val="0"/>
              </a:spcAft>
              <a:buClr>
                <a:schemeClr val="lt1"/>
              </a:buClr>
              <a:buSzPts val="12800"/>
              <a:buNone/>
              <a:defRPr sz="12800">
                <a:solidFill>
                  <a:schemeClr val="lt1"/>
                </a:solidFill>
              </a:defRPr>
            </a:lvl2pPr>
            <a:lvl3pPr lvl="2" algn="ctr">
              <a:lnSpc>
                <a:spcPct val="100000"/>
              </a:lnSpc>
              <a:spcBef>
                <a:spcPts val="0"/>
              </a:spcBef>
              <a:spcAft>
                <a:spcPts val="0"/>
              </a:spcAft>
              <a:buClr>
                <a:schemeClr val="lt1"/>
              </a:buClr>
              <a:buSzPts val="12800"/>
              <a:buNone/>
              <a:defRPr sz="12800">
                <a:solidFill>
                  <a:schemeClr val="lt1"/>
                </a:solidFill>
              </a:defRPr>
            </a:lvl3pPr>
            <a:lvl4pPr lvl="3" algn="ctr">
              <a:lnSpc>
                <a:spcPct val="100000"/>
              </a:lnSpc>
              <a:spcBef>
                <a:spcPts val="0"/>
              </a:spcBef>
              <a:spcAft>
                <a:spcPts val="0"/>
              </a:spcAft>
              <a:buClr>
                <a:schemeClr val="lt1"/>
              </a:buClr>
              <a:buSzPts val="12800"/>
              <a:buNone/>
              <a:defRPr sz="12800">
                <a:solidFill>
                  <a:schemeClr val="lt1"/>
                </a:solidFill>
              </a:defRPr>
            </a:lvl4pPr>
            <a:lvl5pPr lvl="4" algn="ctr">
              <a:lnSpc>
                <a:spcPct val="100000"/>
              </a:lnSpc>
              <a:spcBef>
                <a:spcPts val="0"/>
              </a:spcBef>
              <a:spcAft>
                <a:spcPts val="0"/>
              </a:spcAft>
              <a:buClr>
                <a:schemeClr val="lt1"/>
              </a:buClr>
              <a:buSzPts val="12800"/>
              <a:buNone/>
              <a:defRPr sz="12800">
                <a:solidFill>
                  <a:schemeClr val="lt1"/>
                </a:solidFill>
              </a:defRPr>
            </a:lvl5pPr>
            <a:lvl6pPr lvl="5" algn="ctr">
              <a:lnSpc>
                <a:spcPct val="100000"/>
              </a:lnSpc>
              <a:spcBef>
                <a:spcPts val="0"/>
              </a:spcBef>
              <a:spcAft>
                <a:spcPts val="0"/>
              </a:spcAft>
              <a:buClr>
                <a:schemeClr val="lt1"/>
              </a:buClr>
              <a:buSzPts val="12800"/>
              <a:buNone/>
              <a:defRPr sz="12800">
                <a:solidFill>
                  <a:schemeClr val="lt1"/>
                </a:solidFill>
              </a:defRPr>
            </a:lvl6pPr>
            <a:lvl7pPr lvl="6" algn="ctr">
              <a:lnSpc>
                <a:spcPct val="100000"/>
              </a:lnSpc>
              <a:spcBef>
                <a:spcPts val="0"/>
              </a:spcBef>
              <a:spcAft>
                <a:spcPts val="0"/>
              </a:spcAft>
              <a:buClr>
                <a:schemeClr val="lt1"/>
              </a:buClr>
              <a:buSzPts val="12800"/>
              <a:buNone/>
              <a:defRPr sz="12800">
                <a:solidFill>
                  <a:schemeClr val="lt1"/>
                </a:solidFill>
              </a:defRPr>
            </a:lvl7pPr>
            <a:lvl8pPr lvl="7" algn="ctr">
              <a:lnSpc>
                <a:spcPct val="100000"/>
              </a:lnSpc>
              <a:spcBef>
                <a:spcPts val="0"/>
              </a:spcBef>
              <a:spcAft>
                <a:spcPts val="0"/>
              </a:spcAft>
              <a:buClr>
                <a:schemeClr val="lt1"/>
              </a:buClr>
              <a:buSzPts val="12800"/>
              <a:buNone/>
              <a:defRPr sz="12800">
                <a:solidFill>
                  <a:schemeClr val="lt1"/>
                </a:solidFill>
              </a:defRPr>
            </a:lvl8pPr>
            <a:lvl9pPr lvl="8" algn="ctr">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279" name="Google Shape;279;g3534c8e1ef0_0_2653"/>
          <p:cNvSpPr txBox="1">
            <a:spLocks noGrp="1"/>
          </p:cNvSpPr>
          <p:nvPr>
            <p:ph type="body" idx="1"/>
          </p:nvPr>
        </p:nvSpPr>
        <p:spPr>
          <a:xfrm>
            <a:off x="2221800" y="4339680"/>
            <a:ext cx="10187100" cy="1777800"/>
          </a:xfrm>
          <a:prstGeom prst="rect">
            <a:avLst/>
          </a:prstGeom>
          <a:noFill/>
          <a:ln>
            <a:noFill/>
          </a:ln>
        </p:spPr>
        <p:txBody>
          <a:bodyPr spcFirstLastPara="1" wrap="square" lIns="146275" tIns="146275" rIns="146275" bIns="146275" anchor="t" anchorCtr="0">
            <a:normAutofit/>
          </a:bodyPr>
          <a:lstStyle>
            <a:lvl1pPr marL="457200" lvl="0" indent="-361950" algn="ctr">
              <a:lnSpc>
                <a:spcPct val="115000"/>
              </a:lnSpc>
              <a:spcBef>
                <a:spcPts val="0"/>
              </a:spcBef>
              <a:spcAft>
                <a:spcPts val="0"/>
              </a:spcAft>
              <a:buClr>
                <a:schemeClr val="lt1"/>
              </a:buClr>
              <a:buSzPts val="2100"/>
              <a:buChar char="●"/>
              <a:defRPr>
                <a:solidFill>
                  <a:schemeClr val="lt1"/>
                </a:solidFill>
              </a:defRPr>
            </a:lvl1pPr>
            <a:lvl2pPr marL="914400" lvl="1" indent="-342900" algn="ctr">
              <a:lnSpc>
                <a:spcPct val="115000"/>
              </a:lnSpc>
              <a:spcBef>
                <a:spcPts val="0"/>
              </a:spcBef>
              <a:spcAft>
                <a:spcPts val="0"/>
              </a:spcAft>
              <a:buClr>
                <a:schemeClr val="lt1"/>
              </a:buClr>
              <a:buSzPts val="1800"/>
              <a:buChar char="○"/>
              <a:defRPr>
                <a:solidFill>
                  <a:schemeClr val="lt1"/>
                </a:solidFill>
              </a:defRPr>
            </a:lvl2pPr>
            <a:lvl3pPr marL="1371600" lvl="2" indent="-342900" algn="ctr">
              <a:lnSpc>
                <a:spcPct val="115000"/>
              </a:lnSpc>
              <a:spcBef>
                <a:spcPts val="0"/>
              </a:spcBef>
              <a:spcAft>
                <a:spcPts val="0"/>
              </a:spcAft>
              <a:buClr>
                <a:schemeClr val="lt1"/>
              </a:buClr>
              <a:buSzPts val="1800"/>
              <a:buChar char="■"/>
              <a:defRPr>
                <a:solidFill>
                  <a:schemeClr val="lt1"/>
                </a:solidFill>
              </a:defRPr>
            </a:lvl3pPr>
            <a:lvl4pPr marL="1828800" lvl="3" indent="-342900" algn="ctr">
              <a:lnSpc>
                <a:spcPct val="115000"/>
              </a:lnSpc>
              <a:spcBef>
                <a:spcPts val="0"/>
              </a:spcBef>
              <a:spcAft>
                <a:spcPts val="0"/>
              </a:spcAft>
              <a:buClr>
                <a:schemeClr val="lt1"/>
              </a:buClr>
              <a:buSzPts val="1800"/>
              <a:buChar char="●"/>
              <a:defRPr>
                <a:solidFill>
                  <a:schemeClr val="lt1"/>
                </a:solidFill>
              </a:defRPr>
            </a:lvl4pPr>
            <a:lvl5pPr marL="2286000" lvl="4" indent="-342900" algn="ctr">
              <a:lnSpc>
                <a:spcPct val="115000"/>
              </a:lnSpc>
              <a:spcBef>
                <a:spcPts val="0"/>
              </a:spcBef>
              <a:spcAft>
                <a:spcPts val="0"/>
              </a:spcAft>
              <a:buClr>
                <a:schemeClr val="lt1"/>
              </a:buClr>
              <a:buSzPts val="1800"/>
              <a:buChar char="○"/>
              <a:defRPr>
                <a:solidFill>
                  <a:schemeClr val="lt1"/>
                </a:solidFill>
              </a:defRPr>
            </a:lvl5pPr>
            <a:lvl6pPr marL="2743200" lvl="5" indent="-342900" algn="ctr">
              <a:lnSpc>
                <a:spcPct val="115000"/>
              </a:lnSpc>
              <a:spcBef>
                <a:spcPts val="0"/>
              </a:spcBef>
              <a:spcAft>
                <a:spcPts val="0"/>
              </a:spcAft>
              <a:buClr>
                <a:schemeClr val="lt1"/>
              </a:buClr>
              <a:buSzPts val="1800"/>
              <a:buChar char="■"/>
              <a:defRPr>
                <a:solidFill>
                  <a:schemeClr val="lt1"/>
                </a:solidFill>
              </a:defRPr>
            </a:lvl6pPr>
            <a:lvl7pPr marL="3200400" lvl="6" indent="-342900" algn="ctr">
              <a:lnSpc>
                <a:spcPct val="115000"/>
              </a:lnSpc>
              <a:spcBef>
                <a:spcPts val="0"/>
              </a:spcBef>
              <a:spcAft>
                <a:spcPts val="0"/>
              </a:spcAft>
              <a:buClr>
                <a:schemeClr val="lt1"/>
              </a:buClr>
              <a:buSzPts val="1800"/>
              <a:buChar char="●"/>
              <a:defRPr>
                <a:solidFill>
                  <a:schemeClr val="lt1"/>
                </a:solidFill>
              </a:defRPr>
            </a:lvl7pPr>
            <a:lvl8pPr marL="3657600" lvl="7" indent="-342900" algn="ctr">
              <a:lnSpc>
                <a:spcPct val="115000"/>
              </a:lnSpc>
              <a:spcBef>
                <a:spcPts val="0"/>
              </a:spcBef>
              <a:spcAft>
                <a:spcPts val="0"/>
              </a:spcAft>
              <a:buClr>
                <a:schemeClr val="lt1"/>
              </a:buClr>
              <a:buSzPts val="1800"/>
              <a:buChar char="○"/>
              <a:defRPr>
                <a:solidFill>
                  <a:schemeClr val="lt1"/>
                </a:solidFill>
              </a:defRPr>
            </a:lvl8pPr>
            <a:lvl9pPr marL="4114800" lvl="8" indent="-342900" algn="ctr">
              <a:lnSpc>
                <a:spcPct val="115000"/>
              </a:lnSpc>
              <a:spcBef>
                <a:spcPts val="0"/>
              </a:spcBef>
              <a:spcAft>
                <a:spcPts val="0"/>
              </a:spcAft>
              <a:buClr>
                <a:schemeClr val="lt1"/>
              </a:buClr>
              <a:buSzPts val="1800"/>
              <a:buChar char="■"/>
              <a:defRPr>
                <a:solidFill>
                  <a:schemeClr val="lt1"/>
                </a:solidFill>
              </a:defRPr>
            </a:lvl9pPr>
          </a:lstStyle>
          <a:p>
            <a:endParaRPr/>
          </a:p>
        </p:txBody>
      </p:sp>
      <p:sp>
        <p:nvSpPr>
          <p:cNvPr id="280" name="Google Shape;280;g3534c8e1ef0_0_2653"/>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1"/>
        <p:cNvGrpSpPr/>
        <p:nvPr/>
      </p:nvGrpSpPr>
      <p:grpSpPr>
        <a:xfrm>
          <a:off x="0" y="0"/>
          <a:ext cx="0" cy="0"/>
          <a:chOff x="0" y="0"/>
          <a:chExt cx="0" cy="0"/>
        </a:xfrm>
      </p:grpSpPr>
      <p:sp>
        <p:nvSpPr>
          <p:cNvPr id="282" name="Google Shape;282;g3534c8e1ef0_0_2783"/>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9"/>
        <p:cNvGrpSpPr/>
        <p:nvPr/>
      </p:nvGrpSpPr>
      <p:grpSpPr>
        <a:xfrm>
          <a:off x="0" y="0"/>
          <a:ext cx="0" cy="0"/>
          <a:chOff x="0" y="0"/>
          <a:chExt cx="0" cy="0"/>
        </a:xfrm>
      </p:grpSpPr>
      <p:sp>
        <p:nvSpPr>
          <p:cNvPr id="10" name="Google Shape;10;g3534c8e1ef0_0_2517"/>
          <p:cNvSpPr txBox="1">
            <a:spLocks noGrp="1"/>
          </p:cNvSpPr>
          <p:nvPr>
            <p:ph type="title"/>
          </p:nvPr>
        </p:nvSpPr>
        <p:spPr>
          <a:xfrm>
            <a:off x="498720" y="712040"/>
            <a:ext cx="13632900" cy="916200"/>
          </a:xfrm>
          <a:prstGeom prst="rect">
            <a:avLst/>
          </a:prstGeom>
          <a:noFill/>
          <a:ln>
            <a:noFill/>
          </a:ln>
        </p:spPr>
        <p:txBody>
          <a:bodyPr spcFirstLastPara="1" wrap="square" lIns="146275" tIns="146275" rIns="146275" bIns="146275" anchor="t" anchorCtr="0">
            <a:normAutofit/>
          </a:bodyPr>
          <a:lstStyle>
            <a:lvl1pPr marR="0" lvl="0"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1pPr>
            <a:lvl2pPr marR="0" lvl="1"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2pPr>
            <a:lvl3pPr marR="0" lvl="2"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3pPr>
            <a:lvl4pPr marR="0" lvl="3"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4pPr>
            <a:lvl5pPr marR="0" lvl="4"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5pPr>
            <a:lvl6pPr marR="0" lvl="5"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6pPr>
            <a:lvl7pPr marR="0" lvl="6"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7pPr>
            <a:lvl8pPr marR="0" lvl="7"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8pPr>
            <a:lvl9pPr marR="0" lvl="8" algn="l" rtl="0">
              <a:lnSpc>
                <a:spcPct val="100000"/>
              </a:lnSpc>
              <a:spcBef>
                <a:spcPts val="0"/>
              </a:spcBef>
              <a:spcAft>
                <a:spcPts val="0"/>
              </a:spcAft>
              <a:buClr>
                <a:schemeClr val="dk2"/>
              </a:buClr>
              <a:buSzPts val="4500"/>
              <a:buFont typeface="Maven Pro"/>
              <a:buNone/>
              <a:defRPr sz="4500" b="1" i="0" u="none" strike="noStrike" cap="none">
                <a:solidFill>
                  <a:schemeClr val="dk2"/>
                </a:solidFill>
                <a:latin typeface="Maven Pro"/>
                <a:ea typeface="Maven Pro"/>
                <a:cs typeface="Maven Pro"/>
                <a:sym typeface="Maven Pro"/>
              </a:defRPr>
            </a:lvl9pPr>
          </a:lstStyle>
          <a:p>
            <a:endParaRPr/>
          </a:p>
        </p:txBody>
      </p:sp>
      <p:sp>
        <p:nvSpPr>
          <p:cNvPr id="11" name="Google Shape;11;g3534c8e1ef0_0_2517"/>
          <p:cNvSpPr txBox="1">
            <a:spLocks noGrp="1"/>
          </p:cNvSpPr>
          <p:nvPr>
            <p:ph type="body" idx="1"/>
          </p:nvPr>
        </p:nvSpPr>
        <p:spPr>
          <a:xfrm>
            <a:off x="498720" y="1843960"/>
            <a:ext cx="13632900" cy="5466300"/>
          </a:xfrm>
          <a:prstGeom prst="rect">
            <a:avLst/>
          </a:prstGeom>
          <a:noFill/>
          <a:ln>
            <a:noFill/>
          </a:ln>
        </p:spPr>
        <p:txBody>
          <a:bodyPr spcFirstLastPara="1" wrap="square" lIns="146275" tIns="146275" rIns="146275" bIns="146275" anchor="t" anchorCtr="0">
            <a:normAutofit/>
          </a:bodyPr>
          <a:lstStyle>
            <a:lvl1pPr marL="457200" marR="0" lvl="0" indent="-361950" algn="l" rtl="0">
              <a:lnSpc>
                <a:spcPct val="115000"/>
              </a:lnSpc>
              <a:spcBef>
                <a:spcPts val="0"/>
              </a:spcBef>
              <a:spcAft>
                <a:spcPts val="0"/>
              </a:spcAft>
              <a:buClr>
                <a:schemeClr val="dk2"/>
              </a:buClr>
              <a:buSzPts val="2100"/>
              <a:buFont typeface="Nunito"/>
              <a:buChar char="●"/>
              <a:defRPr sz="2100" b="0" i="0" u="none" strike="noStrike" cap="none">
                <a:solidFill>
                  <a:schemeClr val="dk2"/>
                </a:solidFill>
                <a:latin typeface="Nunito"/>
                <a:ea typeface="Nunito"/>
                <a:cs typeface="Nunito"/>
                <a:sym typeface="Nunito"/>
              </a:defRPr>
            </a:lvl1pPr>
            <a:lvl2pPr marL="914400" marR="0" lvl="1"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2pPr>
            <a:lvl3pPr marL="1371600" marR="0" lvl="2"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3pPr>
            <a:lvl4pPr marL="1828800" marR="0" lvl="3"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4pPr>
            <a:lvl5pPr marL="2286000" marR="0" lvl="4"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5pPr>
            <a:lvl6pPr marL="2743200" marR="0" lvl="5"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6pPr>
            <a:lvl7pPr marL="3200400" marR="0" lvl="6"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7pPr>
            <a:lvl8pPr marL="3657600" marR="0" lvl="7"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8pPr>
            <a:lvl9pPr marL="4114800" marR="0" lvl="8" indent="-342900" algn="l" rtl="0">
              <a:lnSpc>
                <a:spcPct val="115000"/>
              </a:lnSpc>
              <a:spcBef>
                <a:spcPts val="0"/>
              </a:spcBef>
              <a:spcAft>
                <a:spcPts val="0"/>
              </a:spcAft>
              <a:buClr>
                <a:schemeClr val="dk2"/>
              </a:buClr>
              <a:buSzPts val="1800"/>
              <a:buFont typeface="Nunito"/>
              <a:buChar char="■"/>
              <a:defRPr sz="1800" b="0" i="0" u="none" strike="noStrike" cap="none">
                <a:solidFill>
                  <a:schemeClr val="dk2"/>
                </a:solidFill>
                <a:latin typeface="Nunito"/>
                <a:ea typeface="Nunito"/>
                <a:cs typeface="Nunito"/>
                <a:sym typeface="Nunito"/>
              </a:defRPr>
            </a:lvl9pPr>
          </a:lstStyle>
          <a:p>
            <a:endParaRPr/>
          </a:p>
        </p:txBody>
      </p:sp>
      <p:sp>
        <p:nvSpPr>
          <p:cNvPr id="12" name="Google Shape;12;g3534c8e1ef0_0_2517"/>
          <p:cNvSpPr txBox="1">
            <a:spLocks noGrp="1"/>
          </p:cNvSpPr>
          <p:nvPr>
            <p:ph type="sldNum" idx="12"/>
          </p:nvPr>
        </p:nvSpPr>
        <p:spPr>
          <a:xfrm>
            <a:off x="13521674" y="7579161"/>
            <a:ext cx="877800" cy="629700"/>
          </a:xfrm>
          <a:prstGeom prst="rect">
            <a:avLst/>
          </a:prstGeom>
          <a:noFill/>
          <a:ln>
            <a:noFill/>
          </a:ln>
        </p:spPr>
        <p:txBody>
          <a:bodyPr spcFirstLastPara="1" wrap="square" lIns="146275" tIns="146275" rIns="146275" bIns="146275" anchor="ctr" anchorCtr="0">
            <a:norm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
          <p:cNvSpPr txBox="1">
            <a:spLocks noGrp="1"/>
          </p:cNvSpPr>
          <p:nvPr>
            <p:ph type="ctrTitle"/>
          </p:nvPr>
        </p:nvSpPr>
        <p:spPr>
          <a:xfrm>
            <a:off x="1097275" y="1443800"/>
            <a:ext cx="12738600" cy="938400"/>
          </a:xfrm>
          <a:prstGeom prst="rect">
            <a:avLst/>
          </a:prstGeom>
          <a:solidFill>
            <a:schemeClr val="dk1"/>
          </a:solid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5100"/>
              <a:buFont typeface="Open Sans"/>
              <a:buNone/>
            </a:pPr>
            <a:r>
              <a:rPr lang="en-US" sz="5100" b="1">
                <a:latin typeface="Open Sans"/>
                <a:ea typeface="Open Sans"/>
                <a:cs typeface="Open Sans"/>
                <a:sym typeface="Open Sans"/>
              </a:rPr>
              <a:t>Bangladesh in International Affairs</a:t>
            </a:r>
            <a:endParaRPr/>
          </a:p>
        </p:txBody>
      </p:sp>
      <p:sp>
        <p:nvSpPr>
          <p:cNvPr id="288" name="Google Shape;288;p1"/>
          <p:cNvSpPr txBox="1">
            <a:spLocks noGrp="1"/>
          </p:cNvSpPr>
          <p:nvPr>
            <p:ph type="subTitle" idx="1"/>
          </p:nvPr>
        </p:nvSpPr>
        <p:spPr>
          <a:xfrm>
            <a:off x="1097281" y="2103120"/>
            <a:ext cx="12313920" cy="54864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2300"/>
              <a:buNone/>
            </a:pPr>
            <a:endParaRPr sz="12300" b="1">
              <a:solidFill>
                <a:schemeClr val="dk1"/>
              </a:solidFill>
            </a:endParaRPr>
          </a:p>
          <a:p>
            <a:pPr marL="0" lvl="0" indent="0" algn="ctr" rtl="0">
              <a:lnSpc>
                <a:spcPct val="90000"/>
              </a:lnSpc>
              <a:spcBef>
                <a:spcPts val="1200"/>
              </a:spcBef>
              <a:spcAft>
                <a:spcPts val="0"/>
              </a:spcAft>
              <a:buClr>
                <a:schemeClr val="dk1"/>
              </a:buClr>
              <a:buSzPts val="12300"/>
              <a:buNone/>
            </a:pPr>
            <a:endParaRPr sz="12300" b="1">
              <a:solidFill>
                <a:schemeClr val="dk1"/>
              </a:solidFill>
            </a:endParaRPr>
          </a:p>
          <a:p>
            <a:pPr marL="0" lvl="0" indent="0" algn="ctr" rtl="0">
              <a:lnSpc>
                <a:spcPct val="90000"/>
              </a:lnSpc>
              <a:spcBef>
                <a:spcPts val="1200"/>
              </a:spcBef>
              <a:spcAft>
                <a:spcPts val="0"/>
              </a:spcAft>
              <a:buClr>
                <a:schemeClr val="dk1"/>
              </a:buClr>
              <a:buSzPts val="10300"/>
              <a:buNone/>
            </a:pPr>
            <a:endParaRPr sz="10300" b="1">
              <a:solidFill>
                <a:schemeClr val="dk1"/>
              </a:solidFill>
            </a:endParaRPr>
          </a:p>
        </p:txBody>
      </p:sp>
      <p:pic>
        <p:nvPicPr>
          <p:cNvPr id="289" name="Google Shape;289;p1"/>
          <p:cNvPicPr preferRelativeResize="0"/>
          <p:nvPr/>
        </p:nvPicPr>
        <p:blipFill rotWithShape="1">
          <a:blip r:embed="rId3">
            <a:alphaModFix/>
          </a:blip>
          <a:srcRect/>
          <a:stretch/>
        </p:blipFill>
        <p:spPr>
          <a:xfrm>
            <a:off x="5690925" y="2974150"/>
            <a:ext cx="2285999" cy="1859280"/>
          </a:xfrm>
          <a:prstGeom prst="rect">
            <a:avLst/>
          </a:prstGeom>
          <a:solidFill>
            <a:srgbClr val="FFFF00"/>
          </a:solidFill>
          <a:ln w="9525" cap="flat" cmpd="sng">
            <a:solidFill>
              <a:schemeClr val="dk1"/>
            </a:solidFill>
            <a:prstDash val="solid"/>
            <a:miter lim="800000"/>
            <a:headEnd type="none" w="sm" len="sm"/>
            <a:tailEnd type="none" w="sm" len="sm"/>
          </a:ln>
        </p:spPr>
      </p:pic>
      <p:sp>
        <p:nvSpPr>
          <p:cNvPr id="290" name="Google Shape;290;p1"/>
          <p:cNvSpPr txBox="1"/>
          <p:nvPr/>
        </p:nvSpPr>
        <p:spPr>
          <a:xfrm flipH="1">
            <a:off x="3717749" y="5425425"/>
            <a:ext cx="6705600" cy="2124000"/>
          </a:xfrm>
          <a:prstGeom prst="rect">
            <a:avLst/>
          </a:prstGeom>
          <a:solidFill>
            <a:schemeClr val="lt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0" i="0" u="none" strike="noStrike" cap="none" dirty="0">
                <a:solidFill>
                  <a:srgbClr val="FF0000"/>
                </a:solidFill>
                <a:latin typeface="Calibri"/>
                <a:ea typeface="Calibri"/>
                <a:cs typeface="Calibri"/>
                <a:sym typeface="Calibri"/>
              </a:rPr>
              <a:t>Dr. </a:t>
            </a:r>
            <a:r>
              <a:rPr lang="en-US" sz="3300" dirty="0" smtClean="0">
                <a:solidFill>
                  <a:srgbClr val="FF0000"/>
                </a:solidFill>
                <a:latin typeface="Calibri"/>
                <a:ea typeface="Calibri"/>
                <a:cs typeface="Calibri"/>
                <a:sym typeface="Calibri"/>
              </a:rPr>
              <a:t>Md. </a:t>
            </a:r>
            <a:r>
              <a:rPr lang="en-US" sz="3300" dirty="0" err="1" smtClean="0">
                <a:solidFill>
                  <a:srgbClr val="FF0000"/>
                </a:solidFill>
                <a:latin typeface="Calibri"/>
                <a:ea typeface="Calibri"/>
                <a:cs typeface="Calibri"/>
                <a:sym typeface="Calibri"/>
              </a:rPr>
              <a:t>Mahbubur</a:t>
            </a:r>
            <a:r>
              <a:rPr lang="en-US" sz="3300" dirty="0" smtClean="0">
                <a:solidFill>
                  <a:srgbClr val="FF0000"/>
                </a:solidFill>
                <a:latin typeface="Calibri"/>
                <a:ea typeface="Calibri"/>
                <a:cs typeface="Calibri"/>
                <a:sym typeface="Calibri"/>
              </a:rPr>
              <a:t> Rahman</a:t>
            </a:r>
            <a:endParaRPr sz="3300" b="0" i="0" u="none" strike="noStrike" cap="none" dirty="0">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300"/>
              <a:buFont typeface="Arial"/>
              <a:buNone/>
            </a:pPr>
            <a:r>
              <a:rPr lang="en-US" sz="3300" b="0" i="0" u="none" strike="noStrike" cap="none" dirty="0">
                <a:solidFill>
                  <a:srgbClr val="FF0000"/>
                </a:solidFill>
                <a:latin typeface="Calibri"/>
                <a:ea typeface="Calibri"/>
                <a:cs typeface="Calibri"/>
                <a:sym typeface="Calibri"/>
              </a:rPr>
              <a:t>Senior Lecturer</a:t>
            </a:r>
            <a:endParaRPr sz="19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300"/>
              <a:buFont typeface="Arial"/>
              <a:buNone/>
            </a:pPr>
            <a:r>
              <a:rPr lang="en-US" sz="3300" b="0" i="0" u="none" strike="noStrike" cap="none" dirty="0">
                <a:solidFill>
                  <a:srgbClr val="FF0000"/>
                </a:solidFill>
                <a:latin typeface="Calibri"/>
                <a:ea typeface="Calibri"/>
                <a:cs typeface="Calibri"/>
                <a:sym typeface="Calibri"/>
              </a:rPr>
              <a:t>Department of Software Engineering</a:t>
            </a:r>
            <a:endParaRPr sz="19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300"/>
              <a:buFont typeface="Arial"/>
              <a:buNone/>
            </a:pPr>
            <a:r>
              <a:rPr lang="en-US" sz="3300" b="0" i="0" u="none" strike="noStrike" cap="none" dirty="0">
                <a:solidFill>
                  <a:srgbClr val="FF0000"/>
                </a:solidFill>
                <a:latin typeface="Calibri"/>
                <a:ea typeface="Calibri"/>
                <a:cs typeface="Calibri"/>
                <a:sym typeface="Calibri"/>
              </a:rPr>
              <a:t>Daffodil International University</a:t>
            </a:r>
            <a:endParaRPr sz="3300" b="0" i="0" u="none" strike="noStrike" cap="none" dirty="0">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
          <p:cNvSpPr txBox="1">
            <a:spLocks noGrp="1"/>
          </p:cNvSpPr>
          <p:nvPr>
            <p:ph type="title"/>
          </p:nvPr>
        </p:nvSpPr>
        <p:spPr>
          <a:xfrm>
            <a:off x="2695075" y="329575"/>
            <a:ext cx="10347300" cy="950700"/>
          </a:xfrm>
          <a:prstGeom prst="rect">
            <a:avLst/>
          </a:prstGeom>
          <a:solidFill>
            <a:schemeClr val="lt2"/>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Open Sans"/>
              <a:buNone/>
            </a:pPr>
            <a:r>
              <a:rPr lang="en-US" sz="4000">
                <a:solidFill>
                  <a:srgbClr val="FF0000"/>
                </a:solidFill>
                <a:latin typeface="Open Sans"/>
                <a:ea typeface="Open Sans"/>
                <a:cs typeface="Open Sans"/>
                <a:sym typeface="Open Sans"/>
              </a:rPr>
              <a:t>                 </a:t>
            </a:r>
            <a:r>
              <a:rPr lang="en-US" sz="4000" b="1">
                <a:solidFill>
                  <a:srgbClr val="FF0000"/>
                </a:solidFill>
                <a:latin typeface="Open Sans"/>
                <a:ea typeface="Open Sans"/>
                <a:cs typeface="Open Sans"/>
                <a:sym typeface="Open Sans"/>
              </a:rPr>
              <a:t>Objectives of this Class</a:t>
            </a:r>
            <a:endParaRPr sz="4000">
              <a:solidFill>
                <a:srgbClr val="FF0000"/>
              </a:solidFill>
              <a:latin typeface="Open Sans"/>
              <a:ea typeface="Open Sans"/>
              <a:cs typeface="Open Sans"/>
              <a:sym typeface="Open Sans"/>
            </a:endParaRPr>
          </a:p>
        </p:txBody>
      </p:sp>
      <p:sp>
        <p:nvSpPr>
          <p:cNvPr id="296" name="Google Shape;296;p2"/>
          <p:cNvSpPr txBox="1">
            <a:spLocks noGrp="1"/>
          </p:cNvSpPr>
          <p:nvPr>
            <p:ph type="body" idx="1"/>
          </p:nvPr>
        </p:nvSpPr>
        <p:spPr>
          <a:xfrm>
            <a:off x="365760" y="1701165"/>
            <a:ext cx="14020800" cy="5979900"/>
          </a:xfrm>
          <a:prstGeom prst="rect">
            <a:avLst/>
          </a:prstGeom>
          <a:solidFill>
            <a:schemeClr val="lt2"/>
          </a:solid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endParaRPr sz="2800">
              <a:latin typeface="Times New Roman"/>
              <a:ea typeface="Times New Roman"/>
              <a:cs typeface="Times New Roman"/>
              <a:sym typeface="Times New Roman"/>
            </a:endParaRPr>
          </a:p>
          <a:p>
            <a:pPr marL="274320" lvl="0" indent="-274320" algn="l" rtl="0">
              <a:lnSpc>
                <a:spcPct val="90000"/>
              </a:lnSpc>
              <a:spcBef>
                <a:spcPts val="0"/>
              </a:spcBef>
              <a:spcAft>
                <a:spcPts val="0"/>
              </a:spcAft>
              <a:buClr>
                <a:srgbClr val="00B0F0"/>
              </a:buClr>
              <a:buSzPts val="2800"/>
              <a:buFont typeface="Noto Sans Symbols"/>
              <a:buChar char="❑"/>
            </a:pPr>
            <a:r>
              <a:rPr lang="en-US" sz="2800">
                <a:latin typeface="Times New Roman"/>
                <a:ea typeface="Times New Roman"/>
                <a:cs typeface="Times New Roman"/>
                <a:sym typeface="Times New Roman"/>
              </a:rPr>
              <a:t>Understand the concept of  Foreign policy</a:t>
            </a:r>
            <a:endParaRPr/>
          </a:p>
          <a:p>
            <a:pPr marL="274320" lvl="0" indent="-274320" algn="l" rtl="0">
              <a:lnSpc>
                <a:spcPct val="90000"/>
              </a:lnSpc>
              <a:spcBef>
                <a:spcPts val="1200"/>
              </a:spcBef>
              <a:spcAft>
                <a:spcPts val="0"/>
              </a:spcAft>
              <a:buClr>
                <a:srgbClr val="00B0F0"/>
              </a:buClr>
              <a:buSzPts val="2800"/>
              <a:buFont typeface="Noto Sans Symbols"/>
              <a:buChar char="❑"/>
            </a:pPr>
            <a:r>
              <a:rPr lang="en-US" sz="2800">
                <a:latin typeface="Times New Roman"/>
                <a:ea typeface="Times New Roman"/>
                <a:cs typeface="Times New Roman"/>
                <a:sym typeface="Times New Roman"/>
              </a:rPr>
              <a:t>Find out the prime objectives of Bangladesh foreign policy</a:t>
            </a:r>
            <a:endParaRPr/>
          </a:p>
          <a:p>
            <a:pPr marL="274320" lvl="0" indent="-274320" algn="l" rtl="0">
              <a:lnSpc>
                <a:spcPct val="90000"/>
              </a:lnSpc>
              <a:spcBef>
                <a:spcPts val="1200"/>
              </a:spcBef>
              <a:spcAft>
                <a:spcPts val="0"/>
              </a:spcAft>
              <a:buClr>
                <a:srgbClr val="00B0F0"/>
              </a:buClr>
              <a:buSzPts val="2800"/>
              <a:buFont typeface="Noto Sans Symbols"/>
              <a:buChar char="❑"/>
            </a:pPr>
            <a:r>
              <a:rPr lang="en-US" sz="2800">
                <a:latin typeface="Times New Roman"/>
                <a:ea typeface="Times New Roman"/>
                <a:cs typeface="Times New Roman"/>
                <a:sym typeface="Times New Roman"/>
              </a:rPr>
              <a:t>Essentials or determinants of Bangladesh foreign policy</a:t>
            </a:r>
            <a:endParaRPr/>
          </a:p>
          <a:p>
            <a:pPr marL="274320" lvl="0" indent="-274320" algn="l" rtl="0">
              <a:lnSpc>
                <a:spcPct val="90000"/>
              </a:lnSpc>
              <a:spcBef>
                <a:spcPts val="1200"/>
              </a:spcBef>
              <a:spcAft>
                <a:spcPts val="0"/>
              </a:spcAft>
              <a:buClr>
                <a:srgbClr val="00B0F0"/>
              </a:buClr>
              <a:buSzPts val="2800"/>
              <a:buFont typeface="Noto Sans Symbols"/>
              <a:buChar char="❑"/>
            </a:pPr>
            <a:r>
              <a:rPr lang="en-US" sz="2800">
                <a:latin typeface="Times New Roman"/>
                <a:ea typeface="Times New Roman"/>
                <a:cs typeface="Times New Roman"/>
                <a:sym typeface="Times New Roman"/>
              </a:rPr>
              <a:t>Investigate the role of various organizations in decision making process of Bangladesh</a:t>
            </a:r>
            <a:endParaRPr/>
          </a:p>
          <a:p>
            <a:pPr marL="274320" lvl="0" indent="-274320" algn="l" rtl="0">
              <a:lnSpc>
                <a:spcPct val="90000"/>
              </a:lnSpc>
              <a:spcBef>
                <a:spcPts val="1200"/>
              </a:spcBef>
              <a:spcAft>
                <a:spcPts val="0"/>
              </a:spcAft>
              <a:buClr>
                <a:srgbClr val="00B0F0"/>
              </a:buClr>
              <a:buSzPts val="2800"/>
              <a:buFont typeface="Noto Sans Symbols"/>
              <a:buChar char="❑"/>
            </a:pPr>
            <a:r>
              <a:rPr lang="en-US" sz="2800">
                <a:latin typeface="Times New Roman"/>
                <a:ea typeface="Times New Roman"/>
                <a:cs typeface="Times New Roman"/>
                <a:sym typeface="Times New Roman"/>
              </a:rPr>
              <a:t>Identify the key principles of Bangladesh foreign policy</a:t>
            </a:r>
            <a:endParaRPr/>
          </a:p>
          <a:p>
            <a:pPr marL="274320" lvl="0" indent="-274320" algn="l" rtl="0">
              <a:lnSpc>
                <a:spcPct val="90000"/>
              </a:lnSpc>
              <a:spcBef>
                <a:spcPts val="1200"/>
              </a:spcBef>
              <a:spcAft>
                <a:spcPts val="0"/>
              </a:spcAft>
              <a:buClr>
                <a:srgbClr val="00B0F0"/>
              </a:buClr>
              <a:buSzPts val="2800"/>
              <a:buFont typeface="Noto Sans Symbols"/>
              <a:buChar char="❑"/>
            </a:pPr>
            <a:r>
              <a:rPr lang="en-US" sz="2800">
                <a:latin typeface="Times New Roman"/>
                <a:ea typeface="Times New Roman"/>
                <a:cs typeface="Times New Roman"/>
                <a:sym typeface="Times New Roman"/>
              </a:rPr>
              <a:t>Explore the outcomes or development of foreign policy in  various regime.</a:t>
            </a:r>
            <a:endParaRPr/>
          </a:p>
          <a:p>
            <a:pPr marL="274320" lvl="0" indent="-274320" algn="l" rtl="0">
              <a:lnSpc>
                <a:spcPct val="90000"/>
              </a:lnSpc>
              <a:spcBef>
                <a:spcPts val="1200"/>
              </a:spcBef>
              <a:spcAft>
                <a:spcPts val="1900"/>
              </a:spcAft>
              <a:buClr>
                <a:srgbClr val="00B0F0"/>
              </a:buClr>
              <a:buSzPts val="2800"/>
              <a:buFont typeface="Noto Sans Symbols"/>
              <a:buChar char="❑"/>
            </a:pPr>
            <a:r>
              <a:rPr lang="en-US" sz="2800">
                <a:latin typeface="Times New Roman"/>
                <a:ea typeface="Times New Roman"/>
                <a:cs typeface="Times New Roman"/>
                <a:sym typeface="Times New Roman"/>
              </a:rPr>
              <a:t>Examine some problems and challenges of Bangladesh foreign policy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
          <p:cNvSpPr txBox="1">
            <a:spLocks noGrp="1"/>
          </p:cNvSpPr>
          <p:nvPr>
            <p:ph type="title"/>
          </p:nvPr>
        </p:nvSpPr>
        <p:spPr>
          <a:xfrm>
            <a:off x="3176325" y="0"/>
            <a:ext cx="9216300" cy="1005900"/>
          </a:xfrm>
          <a:prstGeom prst="rect">
            <a:avLst/>
          </a:prstGeom>
          <a:solidFill>
            <a:schemeClr val="lt2"/>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Open Sans"/>
              <a:buNone/>
            </a:pPr>
            <a:r>
              <a:rPr lang="en-US" sz="4000">
                <a:solidFill>
                  <a:srgbClr val="FF0000"/>
                </a:solidFill>
                <a:latin typeface="Open Sans"/>
                <a:ea typeface="Open Sans"/>
                <a:cs typeface="Open Sans"/>
                <a:sym typeface="Open Sans"/>
              </a:rPr>
              <a:t>       Foreign Policy: Concept</a:t>
            </a:r>
            <a:endParaRPr sz="4000">
              <a:solidFill>
                <a:srgbClr val="FF0000"/>
              </a:solidFill>
              <a:latin typeface="Open Sans"/>
              <a:ea typeface="Open Sans"/>
              <a:cs typeface="Open Sans"/>
              <a:sym typeface="Open Sans"/>
            </a:endParaRPr>
          </a:p>
        </p:txBody>
      </p:sp>
      <p:sp>
        <p:nvSpPr>
          <p:cNvPr id="302" name="Google Shape;302;p3"/>
          <p:cNvSpPr txBox="1">
            <a:spLocks noGrp="1"/>
          </p:cNvSpPr>
          <p:nvPr>
            <p:ph type="body" idx="1"/>
          </p:nvPr>
        </p:nvSpPr>
        <p:spPr>
          <a:xfrm>
            <a:off x="120325" y="1280150"/>
            <a:ext cx="14389800" cy="6949500"/>
          </a:xfrm>
          <a:prstGeom prst="rect">
            <a:avLst/>
          </a:prstGeom>
          <a:solidFill>
            <a:schemeClr val="lt2"/>
          </a:solidFill>
          <a:ln>
            <a:noFill/>
          </a:ln>
        </p:spPr>
        <p:txBody>
          <a:bodyPr spcFirstLastPara="1" wrap="square" lIns="91425" tIns="45700" rIns="91425" bIns="45700" anchor="t" anchorCtr="0">
            <a:normAutofit fontScale="25000" lnSpcReduction="20000"/>
          </a:bodyPr>
          <a:lstStyle/>
          <a:p>
            <a:pPr marL="274320" lvl="0" indent="-274320" algn="just" rtl="0">
              <a:lnSpc>
                <a:spcPct val="120000"/>
              </a:lnSpc>
              <a:spcBef>
                <a:spcPts val="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The foreign policy of a state can be considered as a complex and dynamic political course that it maintains in relation to other states to protect its own national interest. Generally, it is believed that foreign policy is a wheel through which the process of international politics operates. Conceptually, foreign policy is that part of the national policy of a state which relates to the external environment.</a:t>
            </a:r>
            <a:endParaRPr sz="6700">
              <a:latin typeface="Times New Roman"/>
              <a:ea typeface="Times New Roman"/>
              <a:cs typeface="Times New Roman"/>
              <a:sym typeface="Times New Roman"/>
            </a:endParaRPr>
          </a:p>
          <a:p>
            <a:pPr marL="274320" lvl="0" indent="-274320" algn="just" rtl="0">
              <a:lnSpc>
                <a:spcPct val="120000"/>
              </a:lnSpc>
              <a:spcBef>
                <a:spcPts val="1200"/>
              </a:spcBef>
              <a:spcAft>
                <a:spcPts val="0"/>
              </a:spcAft>
              <a:buClr>
                <a:schemeClr val="dk1"/>
              </a:buClr>
              <a:buSzPct val="100000"/>
              <a:buFont typeface="Noto Sans Symbols"/>
              <a:buChar char="❑"/>
            </a:pPr>
            <a:r>
              <a:rPr lang="en-US" sz="6700">
                <a:latin typeface="Times New Roman"/>
                <a:ea typeface="Times New Roman"/>
                <a:cs typeface="Times New Roman"/>
                <a:sym typeface="Times New Roman"/>
              </a:rPr>
              <a:t>"</a:t>
            </a:r>
            <a:r>
              <a:rPr lang="en-US" sz="11200">
                <a:latin typeface="Times New Roman"/>
                <a:ea typeface="Times New Roman"/>
                <a:cs typeface="Times New Roman"/>
                <a:sym typeface="Times New Roman"/>
              </a:rPr>
              <a:t>Foreign policy" according to </a:t>
            </a:r>
            <a:r>
              <a:rPr lang="en-US" sz="11200" b="1">
                <a:solidFill>
                  <a:srgbClr val="00B050"/>
                </a:solidFill>
                <a:latin typeface="Times New Roman"/>
                <a:ea typeface="Times New Roman"/>
                <a:cs typeface="Times New Roman"/>
                <a:sym typeface="Times New Roman"/>
              </a:rPr>
              <a:t>Morshed Khan,</a:t>
            </a:r>
            <a:r>
              <a:rPr lang="en-US" sz="11200">
                <a:solidFill>
                  <a:srgbClr val="00B050"/>
                </a:solidFill>
                <a:latin typeface="Times New Roman"/>
                <a:ea typeface="Times New Roman"/>
                <a:cs typeface="Times New Roman"/>
                <a:sym typeface="Times New Roman"/>
              </a:rPr>
              <a:t> </a:t>
            </a:r>
            <a:r>
              <a:rPr lang="en-US" sz="11200">
                <a:latin typeface="Times New Roman"/>
                <a:ea typeface="Times New Roman"/>
                <a:cs typeface="Times New Roman"/>
                <a:sym typeface="Times New Roman"/>
              </a:rPr>
              <a:t>Former Foreign Minister of Bangladesh, "is in effect a blue print for our interaction with the rest of the World“. </a:t>
            </a:r>
            <a:r>
              <a:rPr lang="en-US" sz="11200" b="1">
                <a:solidFill>
                  <a:srgbClr val="00B050"/>
                </a:solidFill>
                <a:latin typeface="Times New Roman"/>
                <a:ea typeface="Times New Roman"/>
                <a:cs typeface="Times New Roman"/>
                <a:sym typeface="Times New Roman"/>
              </a:rPr>
              <a:t>Prince Otto Von Bishmark</a:t>
            </a:r>
            <a:r>
              <a:rPr lang="en-US" sz="11200">
                <a:solidFill>
                  <a:srgbClr val="00B050"/>
                </a:solidFill>
                <a:latin typeface="Times New Roman"/>
                <a:ea typeface="Times New Roman"/>
                <a:cs typeface="Times New Roman"/>
                <a:sym typeface="Times New Roman"/>
              </a:rPr>
              <a:t> </a:t>
            </a:r>
            <a:r>
              <a:rPr lang="en-US" sz="11200">
                <a:latin typeface="Times New Roman"/>
                <a:ea typeface="Times New Roman"/>
                <a:cs typeface="Times New Roman"/>
                <a:sym typeface="Times New Roman"/>
              </a:rPr>
              <a:t>defined foreign policy as, "the extension of domestic policy."</a:t>
            </a:r>
            <a:r>
              <a:rPr lang="en-US" sz="11200" baseline="30000">
                <a:latin typeface="Times New Roman"/>
                <a:ea typeface="Times New Roman"/>
                <a:cs typeface="Times New Roman"/>
                <a:sym typeface="Times New Roman"/>
              </a:rPr>
              <a:t> </a:t>
            </a:r>
            <a:r>
              <a:rPr lang="en-US" sz="11200" b="1">
                <a:solidFill>
                  <a:srgbClr val="00B050"/>
                </a:solidFill>
                <a:latin typeface="Times New Roman"/>
                <a:ea typeface="Times New Roman"/>
                <a:cs typeface="Times New Roman"/>
                <a:sym typeface="Times New Roman"/>
              </a:rPr>
              <a:t>Henry Kissinger</a:t>
            </a:r>
            <a:r>
              <a:rPr lang="en-US" sz="11200">
                <a:solidFill>
                  <a:srgbClr val="FFFF00"/>
                </a:solidFill>
                <a:latin typeface="Times New Roman"/>
                <a:ea typeface="Times New Roman"/>
                <a:cs typeface="Times New Roman"/>
                <a:sym typeface="Times New Roman"/>
              </a:rPr>
              <a:t> </a:t>
            </a:r>
            <a:r>
              <a:rPr lang="en-US" sz="11200">
                <a:latin typeface="Times New Roman"/>
                <a:ea typeface="Times New Roman"/>
                <a:cs typeface="Times New Roman"/>
                <a:sym typeface="Times New Roman"/>
              </a:rPr>
              <a:t>gave a simplistic definition: "Foreign policy begins where domestic policy ends.”</a:t>
            </a:r>
            <a:endParaRPr sz="6700">
              <a:latin typeface="Times New Roman"/>
              <a:ea typeface="Times New Roman"/>
              <a:cs typeface="Times New Roman"/>
              <a:sym typeface="Times New Roman"/>
            </a:endParaRPr>
          </a:p>
          <a:p>
            <a:pPr marL="274320" lvl="0" indent="-274320" algn="just" rtl="0">
              <a:lnSpc>
                <a:spcPct val="120000"/>
              </a:lnSpc>
              <a:spcBef>
                <a:spcPts val="1200"/>
              </a:spcBef>
              <a:spcAft>
                <a:spcPts val="0"/>
              </a:spcAft>
              <a:buClr>
                <a:srgbClr val="00B050"/>
              </a:buClr>
              <a:buSzPct val="100000"/>
              <a:buFont typeface="Noto Sans Symbols"/>
              <a:buChar char="❑"/>
            </a:pPr>
            <a:r>
              <a:rPr lang="en-US" sz="11200">
                <a:solidFill>
                  <a:srgbClr val="00B050"/>
                </a:solidFill>
                <a:latin typeface="Times New Roman"/>
                <a:ea typeface="Times New Roman"/>
                <a:cs typeface="Times New Roman"/>
                <a:sym typeface="Times New Roman"/>
              </a:rPr>
              <a:t>Prof. Joseph Frankel </a:t>
            </a:r>
            <a:r>
              <a:rPr lang="en-US" sz="11200">
                <a:latin typeface="Times New Roman"/>
                <a:ea typeface="Times New Roman"/>
                <a:cs typeface="Times New Roman"/>
                <a:sym typeface="Times New Roman"/>
              </a:rPr>
              <a:t>says in his Book ’The Making of Foreign Policy (1993)’  that “foreign policy consists of decisions and actions which involve to some appreciable extent relations between one state and others. </a:t>
            </a:r>
            <a:r>
              <a:rPr lang="en-US" sz="11200">
                <a:solidFill>
                  <a:srgbClr val="00B050"/>
                </a:solidFill>
                <a:latin typeface="Times New Roman"/>
                <a:ea typeface="Times New Roman"/>
                <a:cs typeface="Times New Roman"/>
                <a:sym typeface="Times New Roman"/>
              </a:rPr>
              <a:t>Padel Ford and Lincoln </a:t>
            </a:r>
            <a:r>
              <a:rPr lang="en-US" sz="11200">
                <a:latin typeface="Times New Roman"/>
                <a:ea typeface="Times New Roman"/>
                <a:cs typeface="Times New Roman"/>
                <a:sym typeface="Times New Roman"/>
              </a:rPr>
              <a:t>have defined foreign policy in these words “a state foreign policy is the totality of its dealings with external environment.  </a:t>
            </a:r>
            <a:r>
              <a:rPr lang="en-US" sz="11200">
                <a:solidFill>
                  <a:srgbClr val="00B050"/>
                </a:solidFill>
                <a:latin typeface="Times New Roman"/>
                <a:ea typeface="Times New Roman"/>
                <a:cs typeface="Times New Roman"/>
                <a:sym typeface="Times New Roman"/>
              </a:rPr>
              <a:t>Manners and Whiteman </a:t>
            </a:r>
            <a:r>
              <a:rPr lang="en-US" sz="11200">
                <a:latin typeface="Times New Roman"/>
                <a:ea typeface="Times New Roman"/>
                <a:cs typeface="Times New Roman"/>
                <a:sym typeface="Times New Roman"/>
              </a:rPr>
              <a:t>(2000) defined Foreign policy briefly ‘as the sum of official external relations conducted by an independent actor (usually a state) in international relations’.</a:t>
            </a:r>
            <a:endParaRPr/>
          </a:p>
          <a:p>
            <a:pPr marL="274320" lvl="0" indent="-228282" algn="l" rtl="0">
              <a:lnSpc>
                <a:spcPct val="90000"/>
              </a:lnSpc>
              <a:spcBef>
                <a:spcPts val="1200"/>
              </a:spcBef>
              <a:spcAft>
                <a:spcPts val="0"/>
              </a:spcAft>
              <a:buClr>
                <a:schemeClr val="dk1"/>
              </a:buClr>
              <a:buSzPct val="100000"/>
              <a:buNone/>
            </a:pPr>
            <a:endParaRPr sz="2900">
              <a:solidFill>
                <a:srgbClr val="0C0C0C"/>
              </a:solidFill>
              <a:latin typeface="Open Sans"/>
              <a:ea typeface="Open Sans"/>
              <a:cs typeface="Open Sans"/>
              <a:sym typeface="Open Sans"/>
            </a:endParaRPr>
          </a:p>
          <a:p>
            <a:pPr marL="274320" lvl="0" indent="-220345" algn="l" rtl="0">
              <a:lnSpc>
                <a:spcPct val="90000"/>
              </a:lnSpc>
              <a:spcBef>
                <a:spcPts val="1200"/>
              </a:spcBef>
              <a:spcAft>
                <a:spcPts val="0"/>
              </a:spcAft>
              <a:buClr>
                <a:schemeClr val="dk1"/>
              </a:buClr>
              <a:buSzPct val="100000"/>
              <a:buNone/>
            </a:pPr>
            <a:endParaRPr sz="3400">
              <a:solidFill>
                <a:srgbClr val="0C0C0C"/>
              </a:solidFill>
            </a:endParaRPr>
          </a:p>
          <a:p>
            <a:pPr marL="274320" lvl="0" indent="-220345" algn="l" rtl="0">
              <a:lnSpc>
                <a:spcPct val="90000"/>
              </a:lnSpc>
              <a:spcBef>
                <a:spcPts val="1200"/>
              </a:spcBef>
              <a:spcAft>
                <a:spcPts val="1900"/>
              </a:spcAft>
              <a:buClr>
                <a:schemeClr val="dk1"/>
              </a:buClr>
              <a:buSzPct val="100000"/>
              <a:buNone/>
            </a:pPr>
            <a:endParaRPr sz="3400">
              <a:solidFill>
                <a:srgbClr val="0C0C0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
          <p:cNvSpPr txBox="1">
            <a:spLocks noGrp="1"/>
          </p:cNvSpPr>
          <p:nvPr>
            <p:ph type="title"/>
          </p:nvPr>
        </p:nvSpPr>
        <p:spPr>
          <a:xfrm>
            <a:off x="1419725" y="274325"/>
            <a:ext cx="10894200" cy="731400"/>
          </a:xfrm>
          <a:prstGeom prst="rect">
            <a:avLst/>
          </a:prstGeom>
          <a:solidFill>
            <a:schemeClr val="lt2"/>
          </a:solidFill>
          <a:ln w="9525" cap="flat" cmpd="sng">
            <a:solidFill>
              <a:srgbClr val="A61C00"/>
            </a:solidFill>
            <a:prstDash val="solid"/>
            <a:round/>
            <a:headEnd type="none" w="sm" len="sm"/>
            <a:tailEnd type="none" w="sm" len="sm"/>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548135"/>
              </a:buClr>
              <a:buSzPts val="4000"/>
              <a:buFont typeface="Open Sans"/>
              <a:buNone/>
            </a:pPr>
            <a:r>
              <a:rPr lang="en-US" sz="4000" b="1">
                <a:solidFill>
                  <a:srgbClr val="548135"/>
                </a:solidFill>
                <a:latin typeface="Open Sans"/>
                <a:ea typeface="Open Sans"/>
                <a:cs typeface="Open Sans"/>
                <a:sym typeface="Open Sans"/>
              </a:rPr>
              <a:t>Objectives of Bangladesh Foreign policy</a:t>
            </a:r>
            <a:endParaRPr sz="4000">
              <a:solidFill>
                <a:srgbClr val="548135"/>
              </a:solidFill>
              <a:latin typeface="Open Sans"/>
              <a:ea typeface="Open Sans"/>
              <a:cs typeface="Open Sans"/>
              <a:sym typeface="Open Sans"/>
            </a:endParaRPr>
          </a:p>
        </p:txBody>
      </p:sp>
      <p:sp>
        <p:nvSpPr>
          <p:cNvPr id="308" name="Google Shape;308;p4"/>
          <p:cNvSpPr txBox="1">
            <a:spLocks noGrp="1"/>
          </p:cNvSpPr>
          <p:nvPr>
            <p:ph type="body" idx="1"/>
          </p:nvPr>
        </p:nvSpPr>
        <p:spPr>
          <a:xfrm>
            <a:off x="365760" y="1280160"/>
            <a:ext cx="14020800" cy="6675120"/>
          </a:xfrm>
          <a:prstGeom prst="rect">
            <a:avLst/>
          </a:prstGeom>
          <a:solidFill>
            <a:schemeClr val="lt2"/>
          </a:solidFill>
          <a:ln>
            <a:noFill/>
          </a:ln>
        </p:spPr>
        <p:txBody>
          <a:bodyPr spcFirstLastPara="1" wrap="square" lIns="91425" tIns="45700" rIns="91425" bIns="45700" anchor="t" anchorCtr="0">
            <a:normAutofit fontScale="25000" lnSpcReduction="20000"/>
          </a:bodyPr>
          <a:lstStyle/>
          <a:p>
            <a:pPr marL="1188720" lvl="0" indent="-287655" algn="l" rtl="0">
              <a:lnSpc>
                <a:spcPct val="90000"/>
              </a:lnSpc>
              <a:spcBef>
                <a:spcPts val="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Self-Preservation</a:t>
            </a:r>
            <a:endParaRPr sz="11200"/>
          </a:p>
          <a:p>
            <a:pPr marL="1188720" lvl="0" indent="-287655" algn="l" rtl="0">
              <a:lnSpc>
                <a:spcPct val="90000"/>
              </a:lnSpc>
              <a:spcBef>
                <a:spcPts val="12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Economic Advancement and Integration </a:t>
            </a:r>
            <a:endParaRPr sz="11200"/>
          </a:p>
          <a:p>
            <a:pPr marL="1188720" lvl="0" indent="-287655" algn="l" rtl="0">
              <a:lnSpc>
                <a:spcPct val="90000"/>
              </a:lnSpc>
              <a:spcBef>
                <a:spcPts val="12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Safeguarding as well as augmenting national power</a:t>
            </a:r>
            <a:endParaRPr sz="11200"/>
          </a:p>
          <a:p>
            <a:pPr marL="1188720" lvl="0" indent="-287655" algn="l" rtl="0">
              <a:lnSpc>
                <a:spcPct val="90000"/>
              </a:lnSpc>
              <a:spcBef>
                <a:spcPts val="12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Upholding National Ideology and Prestige</a:t>
            </a:r>
            <a:endParaRPr sz="11200"/>
          </a:p>
          <a:p>
            <a:pPr marL="1188720" lvl="0" indent="-287655" algn="l" rtl="0">
              <a:lnSpc>
                <a:spcPct val="90000"/>
              </a:lnSpc>
              <a:spcBef>
                <a:spcPts val="12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Building national and International cooperation</a:t>
            </a:r>
            <a:endParaRPr sz="11200"/>
          </a:p>
          <a:p>
            <a:pPr marL="1188720" lvl="0" indent="-287655" algn="l" rtl="0">
              <a:lnSpc>
                <a:spcPct val="90000"/>
              </a:lnSpc>
              <a:spcBef>
                <a:spcPts val="12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Developing political harmonies in the world</a:t>
            </a:r>
            <a:endParaRPr sz="11200"/>
          </a:p>
          <a:p>
            <a:pPr marL="1188720" lvl="0" indent="-287655" algn="l" rtl="0">
              <a:lnSpc>
                <a:spcPct val="90000"/>
              </a:lnSpc>
              <a:spcBef>
                <a:spcPts val="12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Ensuring global peace in the world</a:t>
            </a:r>
            <a:endParaRPr sz="11200"/>
          </a:p>
          <a:p>
            <a:pPr marL="274320" lvl="0" indent="-274320" algn="l" rtl="0">
              <a:lnSpc>
                <a:spcPct val="90000"/>
              </a:lnSpc>
              <a:spcBef>
                <a:spcPts val="1200"/>
              </a:spcBef>
              <a:spcAft>
                <a:spcPts val="0"/>
              </a:spcAft>
              <a:buClr>
                <a:srgbClr val="548135"/>
              </a:buClr>
              <a:buSzPct val="26785"/>
              <a:buNone/>
            </a:pPr>
            <a:r>
              <a:rPr lang="en-US" sz="11200">
                <a:solidFill>
                  <a:srgbClr val="548135"/>
                </a:solidFill>
                <a:latin typeface="Times New Roman"/>
                <a:ea typeface="Times New Roman"/>
                <a:cs typeface="Times New Roman"/>
                <a:sym typeface="Times New Roman"/>
              </a:rPr>
              <a:t>Others</a:t>
            </a:r>
            <a:r>
              <a:rPr lang="en-US" sz="7000">
                <a:solidFill>
                  <a:srgbClr val="548135"/>
                </a:solidFill>
                <a:latin typeface="Times New Roman"/>
                <a:ea typeface="Times New Roman"/>
                <a:cs typeface="Times New Roman"/>
                <a:sym typeface="Times New Roman"/>
              </a:rPr>
              <a:t>:..............</a:t>
            </a:r>
            <a:endParaRPr sz="7000"/>
          </a:p>
          <a:p>
            <a:pPr marL="1737360" lvl="1" indent="-287655" algn="l"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Maintenance of Territorial Integrity</a:t>
            </a:r>
            <a:endParaRPr sz="11200"/>
          </a:p>
          <a:p>
            <a:pPr marL="1737360" lvl="1" indent="-287655" algn="just"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Multilateralism </a:t>
            </a:r>
            <a:endParaRPr sz="11200"/>
          </a:p>
          <a:p>
            <a:pPr marL="1737360" lvl="1" indent="-287655" algn="just"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Combating Terrorism</a:t>
            </a:r>
            <a:endParaRPr sz="11200"/>
          </a:p>
          <a:p>
            <a:pPr marL="1737360" lvl="1" indent="-287655" algn="just"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Increasing Remittances and Intellectual Investment </a:t>
            </a:r>
            <a:endParaRPr sz="11200"/>
          </a:p>
          <a:p>
            <a:pPr marL="1737360" lvl="1" indent="-287655" algn="just"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Mobilization International Support for debt reduction</a:t>
            </a:r>
            <a:endParaRPr sz="11200"/>
          </a:p>
          <a:p>
            <a:pPr marL="1737360" lvl="1" indent="-287655" algn="just"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Market expansion </a:t>
            </a:r>
            <a:endParaRPr sz="11200"/>
          </a:p>
          <a:p>
            <a:pPr marL="1737360" lvl="1" indent="-287655" algn="just" rtl="0">
              <a:lnSpc>
                <a:spcPct val="90000"/>
              </a:lnSpc>
              <a:spcBef>
                <a:spcPts val="600"/>
              </a:spcBef>
              <a:spcAft>
                <a:spcPts val="0"/>
              </a:spcAft>
              <a:buClr>
                <a:schemeClr val="dk1"/>
              </a:buClr>
              <a:buSzPct val="100000"/>
              <a:buFont typeface="Noto Sans Symbols"/>
              <a:buChar char="❑"/>
            </a:pPr>
            <a:r>
              <a:rPr lang="en-US" sz="11200">
                <a:latin typeface="Times New Roman"/>
                <a:ea typeface="Times New Roman"/>
                <a:cs typeface="Times New Roman"/>
                <a:sym typeface="Times New Roman"/>
              </a:rPr>
              <a:t>Promotion of Trade</a:t>
            </a:r>
            <a:endParaRPr sz="11200"/>
          </a:p>
          <a:p>
            <a:pPr marL="274320" lvl="0" indent="-274320" algn="just" rtl="0">
              <a:lnSpc>
                <a:spcPct val="90000"/>
              </a:lnSpc>
              <a:spcBef>
                <a:spcPts val="1200"/>
              </a:spcBef>
              <a:spcAft>
                <a:spcPts val="0"/>
              </a:spcAft>
              <a:buClr>
                <a:schemeClr val="dk1"/>
              </a:buClr>
              <a:buSzPct val="27677"/>
              <a:buNone/>
            </a:pPr>
            <a:endParaRPr sz="11200">
              <a:latin typeface="Open Sans"/>
              <a:ea typeface="Open Sans"/>
              <a:cs typeface="Open Sans"/>
              <a:sym typeface="Open Sans"/>
            </a:endParaRPr>
          </a:p>
          <a:p>
            <a:pPr marL="274320" lvl="0" indent="-74612" algn="l" rtl="0">
              <a:lnSpc>
                <a:spcPct val="120000"/>
              </a:lnSpc>
              <a:spcBef>
                <a:spcPts val="1200"/>
              </a:spcBef>
              <a:spcAft>
                <a:spcPts val="0"/>
              </a:spcAft>
              <a:buClr>
                <a:schemeClr val="dk1"/>
              </a:buClr>
              <a:buSzPct val="30357"/>
              <a:buFont typeface="Noto Sans Symbols"/>
              <a:buNone/>
            </a:pPr>
            <a:endParaRPr sz="11200" b="1">
              <a:solidFill>
                <a:srgbClr val="0C0C0C"/>
              </a:solidFill>
              <a:latin typeface="Open Sans"/>
              <a:ea typeface="Open Sans"/>
              <a:cs typeface="Open Sans"/>
              <a:sym typeface="Open Sans"/>
            </a:endParaRPr>
          </a:p>
          <a:p>
            <a:pPr marL="274320" lvl="0" indent="-104013" algn="l" rtl="0">
              <a:lnSpc>
                <a:spcPct val="90000"/>
              </a:lnSpc>
              <a:spcBef>
                <a:spcPts val="1200"/>
              </a:spcBef>
              <a:spcAft>
                <a:spcPts val="0"/>
              </a:spcAft>
              <a:buClr>
                <a:schemeClr val="dk1"/>
              </a:buClr>
              <a:buSzPct val="100000"/>
              <a:buFont typeface="Noto Sans Symbols"/>
              <a:buNone/>
            </a:pPr>
            <a:endParaRPr sz="2900">
              <a:solidFill>
                <a:srgbClr val="0C0C0C"/>
              </a:solidFill>
            </a:endParaRPr>
          </a:p>
          <a:p>
            <a:pPr marL="274320" lvl="0" indent="-74612" algn="l" rtl="0">
              <a:lnSpc>
                <a:spcPct val="90000"/>
              </a:lnSpc>
              <a:spcBef>
                <a:spcPts val="1200"/>
              </a:spcBef>
              <a:spcAft>
                <a:spcPts val="0"/>
              </a:spcAft>
              <a:buClr>
                <a:schemeClr val="dk1"/>
              </a:buClr>
              <a:buSzPct val="100000"/>
              <a:buFont typeface="Noto Sans Symbols"/>
              <a:buNone/>
            </a:pPr>
            <a:endParaRPr sz="3400">
              <a:solidFill>
                <a:srgbClr val="0C0C0C"/>
              </a:solidFill>
            </a:endParaRPr>
          </a:p>
          <a:p>
            <a:pPr marL="274320" lvl="0" indent="-74612" algn="l" rtl="0">
              <a:lnSpc>
                <a:spcPct val="90000"/>
              </a:lnSpc>
              <a:spcBef>
                <a:spcPts val="1200"/>
              </a:spcBef>
              <a:spcAft>
                <a:spcPts val="1900"/>
              </a:spcAft>
              <a:buClr>
                <a:schemeClr val="dk1"/>
              </a:buClr>
              <a:buSzPct val="100000"/>
              <a:buFont typeface="Noto Sans Symbols"/>
              <a:buNone/>
            </a:pPr>
            <a:endParaRPr sz="3400">
              <a:solidFill>
                <a:srgbClr val="0C0C0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
          <p:cNvSpPr txBox="1">
            <a:spLocks noGrp="1"/>
          </p:cNvSpPr>
          <p:nvPr>
            <p:ph type="title"/>
          </p:nvPr>
        </p:nvSpPr>
        <p:spPr>
          <a:xfrm>
            <a:off x="1780675" y="259875"/>
            <a:ext cx="11206800" cy="731400"/>
          </a:xfrm>
          <a:prstGeom prst="rect">
            <a:avLst/>
          </a:prstGeom>
          <a:solidFill>
            <a:schemeClr val="lt2"/>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4000"/>
              <a:buFont typeface="Open Sans"/>
              <a:buNone/>
            </a:pPr>
            <a:r>
              <a:rPr lang="en-US" sz="4000">
                <a:solidFill>
                  <a:srgbClr val="FF0000"/>
                </a:solidFill>
                <a:latin typeface="Open Sans"/>
                <a:ea typeface="Open Sans"/>
                <a:cs typeface="Open Sans"/>
                <a:sym typeface="Open Sans"/>
              </a:rPr>
              <a:t>     </a:t>
            </a:r>
            <a:r>
              <a:rPr lang="en-US" sz="4000" b="1">
                <a:solidFill>
                  <a:srgbClr val="FF0000"/>
                </a:solidFill>
                <a:latin typeface="Open Sans"/>
                <a:ea typeface="Open Sans"/>
                <a:cs typeface="Open Sans"/>
                <a:sym typeface="Open Sans"/>
              </a:rPr>
              <a:t>Principles of Bangladesh Foreign policy</a:t>
            </a:r>
            <a:endParaRPr sz="4000">
              <a:solidFill>
                <a:srgbClr val="FF0000"/>
              </a:solidFill>
              <a:latin typeface="Open Sans"/>
              <a:ea typeface="Open Sans"/>
              <a:cs typeface="Open Sans"/>
              <a:sym typeface="Open Sans"/>
            </a:endParaRPr>
          </a:p>
        </p:txBody>
      </p:sp>
      <p:sp>
        <p:nvSpPr>
          <p:cNvPr id="314" name="Google Shape;314;p5"/>
          <p:cNvSpPr txBox="1">
            <a:spLocks noGrp="1"/>
          </p:cNvSpPr>
          <p:nvPr>
            <p:ph type="body" idx="1"/>
          </p:nvPr>
        </p:nvSpPr>
        <p:spPr>
          <a:xfrm>
            <a:off x="0" y="1280150"/>
            <a:ext cx="14630400" cy="6805200"/>
          </a:xfrm>
          <a:prstGeom prst="rect">
            <a:avLst/>
          </a:prstGeom>
          <a:solidFill>
            <a:schemeClr val="lt2"/>
          </a:solidFill>
          <a:ln>
            <a:noFill/>
          </a:ln>
        </p:spPr>
        <p:txBody>
          <a:bodyPr spcFirstLastPara="1" wrap="square" lIns="91425" tIns="45700" rIns="91425" bIns="45700" anchor="t" anchorCtr="0">
            <a:normAutofit fontScale="25000" lnSpcReduction="20000"/>
          </a:bodyPr>
          <a:lstStyle/>
          <a:p>
            <a:pPr marL="274320" lvl="0" indent="-273315" algn="just" rtl="0">
              <a:lnSpc>
                <a:spcPct val="115000"/>
              </a:lnSpc>
              <a:spcBef>
                <a:spcPts val="0"/>
              </a:spcBef>
              <a:spcAft>
                <a:spcPts val="0"/>
              </a:spcAft>
              <a:buClr>
                <a:schemeClr val="dk1"/>
              </a:buClr>
              <a:buSzPct val="100000"/>
              <a:buFont typeface="Noto Sans Symbols"/>
              <a:buChar char="❑"/>
            </a:pPr>
            <a:r>
              <a:rPr lang="en-US" sz="10294">
                <a:latin typeface="Times New Roman"/>
                <a:ea typeface="Times New Roman"/>
                <a:cs typeface="Times New Roman"/>
                <a:sym typeface="Times New Roman"/>
              </a:rPr>
              <a:t>Every state follows some principles upon which the entire foreign policy revolves. As an active member of the United Nations (UN) and Non-Aligned Movement (NAM), Bangladesh follows the principles enshrined in the UN Charter and the principles of NAM. In fact, Bangladesh's foreign policy has stemmed out of constitutional declaration.</a:t>
            </a:r>
            <a:endParaRPr sz="10294" b="1">
              <a:latin typeface="Times New Roman"/>
              <a:ea typeface="Times New Roman"/>
              <a:cs typeface="Times New Roman"/>
              <a:sym typeface="Times New Roman"/>
            </a:endParaRPr>
          </a:p>
          <a:p>
            <a:pPr marL="0" lvl="0" indent="0" algn="just" rtl="0">
              <a:lnSpc>
                <a:spcPct val="90000"/>
              </a:lnSpc>
              <a:spcBef>
                <a:spcPts val="1200"/>
              </a:spcBef>
              <a:spcAft>
                <a:spcPts val="0"/>
              </a:spcAft>
              <a:buSzPct val="71763"/>
              <a:buNone/>
            </a:pPr>
            <a:endParaRPr sz="10033" b="1">
              <a:solidFill>
                <a:srgbClr val="00B050"/>
              </a:solidFill>
              <a:latin typeface="Times New Roman"/>
              <a:ea typeface="Times New Roman"/>
              <a:cs typeface="Times New Roman"/>
              <a:sym typeface="Times New Roman"/>
            </a:endParaRPr>
          </a:p>
          <a:p>
            <a:pPr marL="274320" lvl="0" indent="-269153" algn="just" rtl="0">
              <a:lnSpc>
                <a:spcPct val="90000"/>
              </a:lnSpc>
              <a:spcBef>
                <a:spcPts val="1200"/>
              </a:spcBef>
              <a:spcAft>
                <a:spcPts val="0"/>
              </a:spcAft>
              <a:buClr>
                <a:srgbClr val="00B050"/>
              </a:buClr>
              <a:buSzPct val="100000"/>
              <a:buFont typeface="Noto Sans Symbols"/>
              <a:buChar char="❑"/>
            </a:pPr>
            <a:r>
              <a:rPr lang="en-US" sz="10033" b="1">
                <a:solidFill>
                  <a:srgbClr val="00B050"/>
                </a:solidFill>
                <a:latin typeface="Times New Roman"/>
                <a:ea typeface="Times New Roman"/>
                <a:cs typeface="Times New Roman"/>
                <a:sym typeface="Times New Roman"/>
              </a:rPr>
              <a:t>Article 25 of the Bangladesh Constitution stated:</a:t>
            </a:r>
            <a:endParaRPr sz="10033"/>
          </a:p>
          <a:p>
            <a:pPr marL="0" lvl="0" indent="0" algn="just" rtl="0">
              <a:lnSpc>
                <a:spcPct val="115000"/>
              </a:lnSpc>
              <a:spcBef>
                <a:spcPts val="1200"/>
              </a:spcBef>
              <a:spcAft>
                <a:spcPts val="0"/>
              </a:spcAft>
              <a:buClr>
                <a:schemeClr val="dk1"/>
              </a:buClr>
              <a:buSzPct val="26835"/>
              <a:buNone/>
            </a:pPr>
            <a:r>
              <a:rPr lang="en-US" sz="10433">
                <a:latin typeface="Times New Roman"/>
                <a:ea typeface="Times New Roman"/>
                <a:cs typeface="Times New Roman"/>
                <a:sym typeface="Times New Roman"/>
              </a:rPr>
              <a:t>Bangladesh shall base its international relations on the principles of respect for national sovereignty, and equality, non-interference in the internal affairs of other countries, peaceful settlement of international disputes and respect for international law and the principles enunciated in the UN Charter.</a:t>
            </a:r>
            <a:r>
              <a:rPr lang="en-US" sz="10033" b="1">
                <a:solidFill>
                  <a:srgbClr val="000000"/>
                </a:solidFill>
                <a:latin typeface="Times New Roman"/>
                <a:ea typeface="Times New Roman"/>
                <a:cs typeface="Times New Roman"/>
                <a:sym typeface="Times New Roman"/>
              </a:rPr>
              <a:t> </a:t>
            </a:r>
            <a:endParaRPr sz="10033"/>
          </a:p>
          <a:p>
            <a:pPr marL="0" lvl="0" indent="0" algn="just" rtl="0">
              <a:lnSpc>
                <a:spcPct val="100000"/>
              </a:lnSpc>
              <a:spcBef>
                <a:spcPts val="0"/>
              </a:spcBef>
              <a:spcAft>
                <a:spcPts val="0"/>
              </a:spcAft>
              <a:buClr>
                <a:srgbClr val="B13F9A"/>
              </a:buClr>
              <a:buSzPct val="26776"/>
              <a:buNone/>
            </a:pPr>
            <a:endParaRPr sz="7633" b="1">
              <a:solidFill>
                <a:srgbClr val="000000"/>
              </a:solidFill>
              <a:latin typeface="Open Sans"/>
              <a:ea typeface="Open Sans"/>
              <a:cs typeface="Open Sans"/>
              <a:sym typeface="Open Sans"/>
            </a:endParaRPr>
          </a:p>
          <a:p>
            <a:pPr marL="457200" lvl="0" indent="-378588" algn="just" rtl="0">
              <a:lnSpc>
                <a:spcPct val="100000"/>
              </a:lnSpc>
              <a:spcBef>
                <a:spcPts val="0"/>
              </a:spcBef>
              <a:spcAft>
                <a:spcPts val="0"/>
              </a:spcAft>
              <a:buClr>
                <a:srgbClr val="00B050"/>
              </a:buClr>
              <a:buSzPct val="100000"/>
              <a:buFont typeface="Open Sans"/>
              <a:buChar char="❏"/>
            </a:pPr>
            <a:r>
              <a:rPr lang="en-US" sz="9446" b="1">
                <a:solidFill>
                  <a:srgbClr val="00B050"/>
                </a:solidFill>
                <a:latin typeface="Open Sans"/>
                <a:ea typeface="Open Sans"/>
                <a:cs typeface="Open Sans"/>
                <a:sym typeface="Open Sans"/>
              </a:rPr>
              <a:t>The key principles of the foreign policy of Bangladesh are: </a:t>
            </a:r>
            <a:endParaRPr sz="9446">
              <a:solidFill>
                <a:srgbClr val="00B050"/>
              </a:solidFill>
              <a:latin typeface="Open Sans"/>
              <a:ea typeface="Open Sans"/>
              <a:cs typeface="Open Sans"/>
              <a:sym typeface="Open Sans"/>
            </a:endParaRPr>
          </a:p>
          <a:p>
            <a:pPr marL="514350" lvl="0" indent="-506223" algn="l" rtl="0">
              <a:lnSpc>
                <a:spcPct val="90000"/>
              </a:lnSpc>
              <a:spcBef>
                <a:spcPts val="1200"/>
              </a:spcBef>
              <a:spcAft>
                <a:spcPts val="0"/>
              </a:spcAft>
              <a:buClr>
                <a:schemeClr val="dk1"/>
              </a:buClr>
              <a:buSzPct val="100000"/>
              <a:buFont typeface="Calibri"/>
              <a:buAutoNum type="arabicPeriod"/>
            </a:pPr>
            <a:r>
              <a:rPr lang="en-US" sz="9846">
                <a:latin typeface="Times New Roman"/>
                <a:ea typeface="Times New Roman"/>
                <a:cs typeface="Times New Roman"/>
                <a:sym typeface="Times New Roman"/>
              </a:rPr>
              <a:t>Friendship to All, Malice to None  [1(2) of UN charter]</a:t>
            </a:r>
            <a:endParaRPr sz="9846"/>
          </a:p>
          <a:p>
            <a:pPr marL="514350" lvl="0" indent="-506223" algn="l" rtl="0">
              <a:lnSpc>
                <a:spcPct val="90000"/>
              </a:lnSpc>
              <a:spcBef>
                <a:spcPts val="1200"/>
              </a:spcBef>
              <a:spcAft>
                <a:spcPts val="0"/>
              </a:spcAft>
              <a:buClr>
                <a:schemeClr val="dk1"/>
              </a:buClr>
              <a:buSzPct val="100000"/>
              <a:buFont typeface="Calibri"/>
              <a:buAutoNum type="arabicPeriod"/>
            </a:pPr>
            <a:r>
              <a:rPr lang="en-US" sz="9846">
                <a:latin typeface="Times New Roman"/>
                <a:ea typeface="Times New Roman"/>
                <a:cs typeface="Times New Roman"/>
                <a:sym typeface="Times New Roman"/>
              </a:rPr>
              <a:t>Nonintervention in the Internal Matters of Other States [2(7) of UN charter]</a:t>
            </a:r>
            <a:endParaRPr sz="9846"/>
          </a:p>
          <a:p>
            <a:pPr marL="514350" lvl="0" indent="-506223" algn="l" rtl="0">
              <a:lnSpc>
                <a:spcPct val="90000"/>
              </a:lnSpc>
              <a:spcBef>
                <a:spcPts val="1200"/>
              </a:spcBef>
              <a:spcAft>
                <a:spcPts val="0"/>
              </a:spcAft>
              <a:buClr>
                <a:schemeClr val="dk1"/>
              </a:buClr>
              <a:buSzPct val="100000"/>
              <a:buFont typeface="Calibri"/>
              <a:buAutoNum type="arabicPeriod"/>
            </a:pPr>
            <a:r>
              <a:rPr lang="en-US" sz="9846">
                <a:latin typeface="Times New Roman"/>
                <a:ea typeface="Times New Roman"/>
                <a:cs typeface="Times New Roman"/>
                <a:sym typeface="Times New Roman"/>
              </a:rPr>
              <a:t>Equality and Mutual Benefit</a:t>
            </a:r>
            <a:endParaRPr sz="9846"/>
          </a:p>
          <a:p>
            <a:pPr marL="514350" lvl="0" indent="-506223" algn="l" rtl="0">
              <a:lnSpc>
                <a:spcPct val="90000"/>
              </a:lnSpc>
              <a:spcBef>
                <a:spcPts val="1200"/>
              </a:spcBef>
              <a:spcAft>
                <a:spcPts val="0"/>
              </a:spcAft>
              <a:buClr>
                <a:schemeClr val="dk1"/>
              </a:buClr>
              <a:buSzPct val="100000"/>
              <a:buFont typeface="Calibri"/>
              <a:buAutoNum type="arabicPeriod"/>
            </a:pPr>
            <a:r>
              <a:rPr lang="en-US" sz="9846">
                <a:latin typeface="Times New Roman"/>
                <a:ea typeface="Times New Roman"/>
                <a:cs typeface="Times New Roman"/>
                <a:sym typeface="Times New Roman"/>
              </a:rPr>
              <a:t>Respect for Sovereignty, Territorial Integrity, and Political Independence of Other States [2(4) of UN charter]</a:t>
            </a:r>
            <a:endParaRPr sz="9846"/>
          </a:p>
          <a:p>
            <a:pPr marL="514350" lvl="0" indent="-506223" algn="l" rtl="0">
              <a:lnSpc>
                <a:spcPct val="90000"/>
              </a:lnSpc>
              <a:spcBef>
                <a:spcPts val="1200"/>
              </a:spcBef>
              <a:spcAft>
                <a:spcPts val="0"/>
              </a:spcAft>
              <a:buClr>
                <a:schemeClr val="dk1"/>
              </a:buClr>
              <a:buSzPct val="100000"/>
              <a:buFont typeface="Calibri"/>
              <a:buAutoNum type="arabicPeriod"/>
            </a:pPr>
            <a:r>
              <a:rPr lang="en-US" sz="9846">
                <a:latin typeface="Times New Roman"/>
                <a:ea typeface="Times New Roman"/>
                <a:cs typeface="Times New Roman"/>
                <a:sym typeface="Times New Roman"/>
              </a:rPr>
              <a:t>To Ensure International Peace and Security [NPT/UN]</a:t>
            </a:r>
            <a:endParaRPr sz="9846"/>
          </a:p>
          <a:p>
            <a:pPr marL="514350" lvl="0" indent="-506223" algn="l" rtl="0">
              <a:lnSpc>
                <a:spcPct val="90000"/>
              </a:lnSpc>
              <a:spcBef>
                <a:spcPts val="1200"/>
              </a:spcBef>
              <a:spcAft>
                <a:spcPts val="0"/>
              </a:spcAft>
              <a:buClr>
                <a:schemeClr val="dk1"/>
              </a:buClr>
              <a:buSzPct val="100000"/>
              <a:buFont typeface="Calibri"/>
              <a:buAutoNum type="arabicPeriod"/>
            </a:pPr>
            <a:r>
              <a:rPr lang="en-US" sz="9846">
                <a:latin typeface="Times New Roman"/>
                <a:ea typeface="Times New Roman"/>
                <a:cs typeface="Times New Roman"/>
                <a:sym typeface="Times New Roman"/>
              </a:rPr>
              <a:t>Peaceful Co-Existence</a:t>
            </a:r>
            <a:endParaRPr sz="9846"/>
          </a:p>
          <a:p>
            <a:pPr marL="274320" lvl="0" indent="-274320" algn="just" rtl="0">
              <a:lnSpc>
                <a:spcPct val="90000"/>
              </a:lnSpc>
              <a:spcBef>
                <a:spcPts val="1200"/>
              </a:spcBef>
              <a:spcAft>
                <a:spcPts val="0"/>
              </a:spcAft>
              <a:buClr>
                <a:schemeClr val="dk1"/>
              </a:buClr>
              <a:buSzPct val="100000"/>
              <a:buNone/>
            </a:pPr>
            <a:endParaRPr sz="3100">
              <a:latin typeface="Open Sans"/>
              <a:ea typeface="Open Sans"/>
              <a:cs typeface="Open Sans"/>
              <a:sym typeface="Open Sans"/>
            </a:endParaRPr>
          </a:p>
          <a:p>
            <a:pPr marL="274320" lvl="0" indent="-74612" algn="l" rtl="0">
              <a:lnSpc>
                <a:spcPct val="120000"/>
              </a:lnSpc>
              <a:spcBef>
                <a:spcPts val="1200"/>
              </a:spcBef>
              <a:spcAft>
                <a:spcPts val="0"/>
              </a:spcAft>
              <a:buClr>
                <a:schemeClr val="dk1"/>
              </a:buClr>
              <a:buSzPct val="100000"/>
              <a:buFont typeface="Noto Sans Symbols"/>
              <a:buNone/>
            </a:pPr>
            <a:endParaRPr sz="3400" b="1">
              <a:solidFill>
                <a:srgbClr val="0C0C0C"/>
              </a:solidFill>
              <a:latin typeface="Open Sans"/>
              <a:ea typeface="Open Sans"/>
              <a:cs typeface="Open Sans"/>
              <a:sym typeface="Open Sans"/>
            </a:endParaRPr>
          </a:p>
          <a:p>
            <a:pPr marL="274320" lvl="0" indent="-104013" algn="l" rtl="0">
              <a:lnSpc>
                <a:spcPct val="90000"/>
              </a:lnSpc>
              <a:spcBef>
                <a:spcPts val="1200"/>
              </a:spcBef>
              <a:spcAft>
                <a:spcPts val="0"/>
              </a:spcAft>
              <a:buClr>
                <a:schemeClr val="dk1"/>
              </a:buClr>
              <a:buSzPct val="100000"/>
              <a:buFont typeface="Noto Sans Symbols"/>
              <a:buNone/>
            </a:pPr>
            <a:endParaRPr sz="2900">
              <a:solidFill>
                <a:srgbClr val="0C0C0C"/>
              </a:solidFill>
            </a:endParaRPr>
          </a:p>
          <a:p>
            <a:pPr marL="274320" lvl="0" indent="-74612" algn="l" rtl="0">
              <a:lnSpc>
                <a:spcPct val="90000"/>
              </a:lnSpc>
              <a:spcBef>
                <a:spcPts val="1200"/>
              </a:spcBef>
              <a:spcAft>
                <a:spcPts val="0"/>
              </a:spcAft>
              <a:buClr>
                <a:schemeClr val="dk1"/>
              </a:buClr>
              <a:buSzPct val="100000"/>
              <a:buFont typeface="Noto Sans Symbols"/>
              <a:buNone/>
            </a:pPr>
            <a:endParaRPr sz="3400">
              <a:solidFill>
                <a:srgbClr val="0C0C0C"/>
              </a:solidFill>
            </a:endParaRPr>
          </a:p>
          <a:p>
            <a:pPr marL="274320" lvl="0" indent="-74612" algn="l" rtl="0">
              <a:lnSpc>
                <a:spcPct val="90000"/>
              </a:lnSpc>
              <a:spcBef>
                <a:spcPts val="1200"/>
              </a:spcBef>
              <a:spcAft>
                <a:spcPts val="1900"/>
              </a:spcAft>
              <a:buClr>
                <a:schemeClr val="dk1"/>
              </a:buClr>
              <a:buSzPct val="100000"/>
              <a:buFont typeface="Noto Sans Symbols"/>
              <a:buNone/>
            </a:pPr>
            <a:endParaRPr sz="3400">
              <a:solidFill>
                <a:srgbClr val="0C0C0C"/>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6"/>
          <p:cNvSpPr txBox="1">
            <a:spLocks noGrp="1"/>
          </p:cNvSpPr>
          <p:nvPr>
            <p:ph type="title"/>
          </p:nvPr>
        </p:nvSpPr>
        <p:spPr>
          <a:xfrm>
            <a:off x="731524" y="533400"/>
            <a:ext cx="11841600" cy="609600"/>
          </a:xfrm>
          <a:prstGeom prst="rect">
            <a:avLst/>
          </a:prstGeom>
          <a:solidFill>
            <a:schemeClr val="lt2"/>
          </a:solidFill>
          <a:ln>
            <a:noFill/>
          </a:ln>
        </p:spPr>
        <p:txBody>
          <a:bodyPr spcFirstLastPara="1" wrap="square" lIns="91425" tIns="45700" rIns="91425" bIns="45700" anchor="ctr" anchorCtr="0">
            <a:normAutofit fontScale="90000"/>
          </a:bodyPr>
          <a:lstStyle/>
          <a:p>
            <a:pPr marL="0" lvl="0" indent="0" algn="l" rtl="0">
              <a:lnSpc>
                <a:spcPct val="150000"/>
              </a:lnSpc>
              <a:spcBef>
                <a:spcPts val="0"/>
              </a:spcBef>
              <a:spcAft>
                <a:spcPts val="0"/>
              </a:spcAft>
              <a:buClr>
                <a:srgbClr val="FF0000"/>
              </a:buClr>
              <a:buSzPct val="80000"/>
              <a:buFont typeface="Open Sans"/>
              <a:buNone/>
            </a:pPr>
            <a:r>
              <a:rPr lang="en-US" sz="4000" b="1">
                <a:solidFill>
                  <a:srgbClr val="FF0000"/>
                </a:solidFill>
                <a:latin typeface="Open Sans"/>
                <a:ea typeface="Open Sans"/>
                <a:cs typeface="Open Sans"/>
                <a:sym typeface="Open Sans"/>
              </a:rPr>
              <a:t>Embassies and High commissions in Bangladesh</a:t>
            </a:r>
            <a:endParaRPr sz="4000">
              <a:solidFill>
                <a:srgbClr val="FF0000"/>
              </a:solidFill>
              <a:latin typeface="Open Sans"/>
              <a:ea typeface="Open Sans"/>
              <a:cs typeface="Open Sans"/>
              <a:sym typeface="Open Sans"/>
            </a:endParaRPr>
          </a:p>
        </p:txBody>
      </p:sp>
      <p:graphicFrame>
        <p:nvGraphicFramePr>
          <p:cNvPr id="320" name="Google Shape;320;p6"/>
          <p:cNvGraphicFramePr/>
          <p:nvPr/>
        </p:nvGraphicFramePr>
        <p:xfrm>
          <a:off x="609600" y="2095500"/>
          <a:ext cx="12192000" cy="3124200"/>
        </p:xfrm>
        <a:graphic>
          <a:graphicData uri="http://schemas.openxmlformats.org/drawingml/2006/table">
            <a:tbl>
              <a:tblPr>
                <a:noFill/>
                <a:tableStyleId>{8B940924-8BD5-469A-80E5-22507EE5DC40}</a:tableStyleId>
              </a:tblPr>
              <a:tblGrid>
                <a:gridCol w="1226075"/>
                <a:gridCol w="9277800"/>
                <a:gridCol w="1688125"/>
              </a:tblGrid>
              <a:tr h="781050">
                <a:tc>
                  <a:txBody>
                    <a:bodyPr/>
                    <a:lstStyle/>
                    <a:p>
                      <a:pPr marL="0" marR="0" lvl="0" indent="0" algn="ctr" rtl="0">
                        <a:lnSpc>
                          <a:spcPct val="150000"/>
                        </a:lnSpc>
                        <a:spcBef>
                          <a:spcPts val="0"/>
                        </a:spcBef>
                        <a:spcAft>
                          <a:spcPts val="0"/>
                        </a:spcAft>
                        <a:buClr>
                          <a:srgbClr val="000000"/>
                        </a:buClr>
                        <a:buSzPts val="2400"/>
                        <a:buFont typeface="Arial"/>
                        <a:buNone/>
                      </a:pPr>
                      <a:r>
                        <a:rPr lang="en-US" sz="2400" b="1" u="none" strike="noStrike" cap="none">
                          <a:latin typeface="Open Sans"/>
                          <a:ea typeface="Open Sans"/>
                          <a:cs typeface="Open Sans"/>
                          <a:sym typeface="Open Sans"/>
                        </a:rPr>
                        <a:t>S/L</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l" rtl="0">
                        <a:lnSpc>
                          <a:spcPct val="150000"/>
                        </a:lnSpc>
                        <a:spcBef>
                          <a:spcPts val="0"/>
                        </a:spcBef>
                        <a:spcAft>
                          <a:spcPts val="0"/>
                        </a:spcAft>
                        <a:buClr>
                          <a:srgbClr val="000000"/>
                        </a:buClr>
                        <a:buSzPts val="2400"/>
                        <a:buFont typeface="Arial"/>
                        <a:buNone/>
                      </a:pPr>
                      <a:r>
                        <a:rPr lang="en-US" sz="2400" b="1" u="none" strike="noStrike" cap="none">
                          <a:latin typeface="Open Sans"/>
                          <a:ea typeface="Open Sans"/>
                          <a:cs typeface="Open Sans"/>
                          <a:sym typeface="Open Sans"/>
                        </a:rPr>
                        <a:t>Embassies and High commissions in Bangladesh</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ctr" rtl="0">
                        <a:lnSpc>
                          <a:spcPct val="150000"/>
                        </a:lnSpc>
                        <a:spcBef>
                          <a:spcPts val="0"/>
                        </a:spcBef>
                        <a:spcAft>
                          <a:spcPts val="0"/>
                        </a:spcAft>
                        <a:buClr>
                          <a:srgbClr val="000000"/>
                        </a:buClr>
                        <a:buSzPts val="2400"/>
                        <a:buFont typeface="Arial"/>
                        <a:buNone/>
                      </a:pPr>
                      <a:r>
                        <a:rPr lang="en-US" sz="2400" b="1" u="none" strike="noStrike" cap="none">
                          <a:latin typeface="Open Sans"/>
                          <a:ea typeface="Open Sans"/>
                          <a:cs typeface="Open Sans"/>
                          <a:sym typeface="Open Sans"/>
                        </a:rPr>
                        <a:t>Total</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r>
              <a:tr h="781050">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1</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l"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Number of Embassies in Bangladesh</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69</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r>
              <a:tr h="781050">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2</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l"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Number of High Commission in Bangladesh</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11</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r>
              <a:tr h="781050">
                <a:tc gridSpan="2">
                  <a:txBody>
                    <a:bodyPr/>
                    <a:lstStyle/>
                    <a:p>
                      <a:pPr marL="0" marR="0" lvl="0" indent="0" algn="r"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Total Embassies and High commissions </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hMerge="1">
                  <a:txBody>
                    <a:bodyPr/>
                    <a:lstStyle/>
                    <a:p>
                      <a:endParaRPr lang="en-US"/>
                    </a:p>
                  </a:txBody>
                  <a:tcPr/>
                </a:tc>
                <a:tc>
                  <a:txBody>
                    <a:bodyPr/>
                    <a:lstStyle/>
                    <a:p>
                      <a:pPr marL="0" marR="0" lvl="0" indent="0" algn="ctr" rtl="0">
                        <a:lnSpc>
                          <a:spcPct val="150000"/>
                        </a:lnSpc>
                        <a:spcBef>
                          <a:spcPts val="0"/>
                        </a:spcBef>
                        <a:spcAft>
                          <a:spcPts val="0"/>
                        </a:spcAft>
                        <a:buClr>
                          <a:srgbClr val="000000"/>
                        </a:buClr>
                        <a:buSzPts val="2400"/>
                        <a:buFont typeface="Arial"/>
                        <a:buNone/>
                      </a:pPr>
                      <a:r>
                        <a:rPr lang="en-US" sz="2400" u="none" strike="noStrike" cap="none">
                          <a:latin typeface="Open Sans"/>
                          <a:ea typeface="Open Sans"/>
                          <a:cs typeface="Open Sans"/>
                          <a:sym typeface="Open Sans"/>
                        </a:rPr>
                        <a:t>70</a:t>
                      </a:r>
                      <a:endParaRPr sz="2400" u="none" strike="noStrike" cap="none">
                        <a:latin typeface="Open Sans"/>
                        <a:ea typeface="Open Sans"/>
                        <a:cs typeface="Open Sans"/>
                        <a:sym typeface="Open Sans"/>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r>
            </a:tbl>
          </a:graphicData>
        </a:graphic>
      </p:graphicFrame>
      <p:sp>
        <p:nvSpPr>
          <p:cNvPr id="321" name="Google Shape;321;p6"/>
          <p:cNvSpPr/>
          <p:nvPr/>
        </p:nvSpPr>
        <p:spPr>
          <a:xfrm>
            <a:off x="609600" y="5715000"/>
            <a:ext cx="12192000" cy="421654"/>
          </a:xfrm>
          <a:prstGeom prst="rect">
            <a:avLst/>
          </a:prstGeom>
          <a:noFill/>
          <a:ln>
            <a:noFill/>
          </a:ln>
        </p:spPr>
        <p:txBody>
          <a:bodyPr spcFirstLastPara="1" wrap="square" lIns="91425" tIns="45700" rIns="91425" bIns="45700" anchor="t" anchorCtr="0">
            <a:spAutoFit/>
          </a:bodyPr>
          <a:lstStyle/>
          <a:p>
            <a:pPr marL="0" marR="0" lvl="0" indent="0" algn="r" rtl="0">
              <a:lnSpc>
                <a:spcPct val="107000"/>
              </a:lnSpc>
              <a:spcBef>
                <a:spcPts val="0"/>
              </a:spcBef>
              <a:spcAft>
                <a:spcPts val="0"/>
              </a:spcAft>
              <a:buClr>
                <a:srgbClr val="000000"/>
              </a:buClr>
              <a:buSzPts val="2000"/>
              <a:buFont typeface="Arial"/>
              <a:buNone/>
            </a:pPr>
            <a:r>
              <a:rPr lang="en-US" sz="2000" b="1" i="0" u="none" strike="noStrike" cap="none">
                <a:solidFill>
                  <a:schemeClr val="dk1"/>
                </a:solidFill>
                <a:latin typeface="Open Sans"/>
                <a:ea typeface="Open Sans"/>
                <a:cs typeface="Open Sans"/>
                <a:sym typeface="Open Sans"/>
              </a:rPr>
              <a:t> </a:t>
            </a:r>
            <a:r>
              <a:rPr lang="en-US" sz="2000" b="1" i="0" u="none" strike="noStrike" cap="none">
                <a:solidFill>
                  <a:srgbClr val="000000"/>
                </a:solidFill>
                <a:latin typeface="Arial"/>
                <a:ea typeface="Arial"/>
                <a:cs typeface="Arial"/>
                <a:sym typeface="Arial"/>
              </a:rPr>
              <a:t>Source: Ministry of Foreign Affairs, Bangladesh</a:t>
            </a:r>
            <a:endParaRPr sz="2000" b="1"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7"/>
          <p:cNvSpPr txBox="1">
            <a:spLocks noGrp="1"/>
          </p:cNvSpPr>
          <p:nvPr>
            <p:ph type="title"/>
          </p:nvPr>
        </p:nvSpPr>
        <p:spPr>
          <a:xfrm>
            <a:off x="2237875" y="533400"/>
            <a:ext cx="10106400" cy="609600"/>
          </a:xfrm>
          <a:prstGeom prst="rect">
            <a:avLst/>
          </a:prstGeom>
          <a:solidFill>
            <a:schemeClr val="lt2"/>
          </a:solidFill>
          <a:ln>
            <a:noFill/>
          </a:ln>
        </p:spPr>
        <p:txBody>
          <a:bodyPr spcFirstLastPara="1" wrap="square" lIns="91425" tIns="45700" rIns="91425" bIns="45700" anchor="ctr" anchorCtr="0">
            <a:normAutofit fontScale="90000"/>
          </a:bodyPr>
          <a:lstStyle/>
          <a:p>
            <a:pPr marL="0" marR="0" lvl="0" indent="0" algn="l" rtl="0">
              <a:lnSpc>
                <a:spcPct val="107000"/>
              </a:lnSpc>
              <a:spcBef>
                <a:spcPts val="0"/>
              </a:spcBef>
              <a:spcAft>
                <a:spcPts val="0"/>
              </a:spcAft>
              <a:buClr>
                <a:srgbClr val="FF0000"/>
              </a:buClr>
              <a:buSzPct val="80000"/>
              <a:buFont typeface="Open Sans"/>
              <a:buNone/>
            </a:pPr>
            <a:r>
              <a:rPr lang="en-US" sz="4000">
                <a:solidFill>
                  <a:srgbClr val="FF0000"/>
                </a:solidFill>
                <a:latin typeface="Arial"/>
                <a:ea typeface="Arial"/>
                <a:cs typeface="Arial"/>
                <a:sym typeface="Arial"/>
              </a:rPr>
              <a:t>      </a:t>
            </a:r>
            <a:r>
              <a:rPr lang="en-US" sz="4000" b="1">
                <a:solidFill>
                  <a:srgbClr val="FF0000"/>
                </a:solidFill>
                <a:latin typeface="Arial"/>
                <a:ea typeface="Arial"/>
                <a:cs typeface="Arial"/>
                <a:sym typeface="Arial"/>
              </a:rPr>
              <a:t>Mission of Bangladesh in Abroad</a:t>
            </a:r>
            <a:endParaRPr sz="4000">
              <a:solidFill>
                <a:srgbClr val="FF0000"/>
              </a:solidFill>
              <a:latin typeface="Open Sans"/>
              <a:ea typeface="Open Sans"/>
              <a:cs typeface="Open Sans"/>
              <a:sym typeface="Open Sans"/>
            </a:endParaRPr>
          </a:p>
        </p:txBody>
      </p:sp>
      <p:graphicFrame>
        <p:nvGraphicFramePr>
          <p:cNvPr id="327" name="Google Shape;327;p7"/>
          <p:cNvGraphicFramePr/>
          <p:nvPr/>
        </p:nvGraphicFramePr>
        <p:xfrm>
          <a:off x="1981200" y="1783080"/>
          <a:ext cx="10363200" cy="5303450"/>
        </p:xfrm>
        <a:graphic>
          <a:graphicData uri="http://schemas.openxmlformats.org/drawingml/2006/table">
            <a:tbl>
              <a:tblPr>
                <a:noFill/>
                <a:tableStyleId>{8B940924-8BD5-469A-80E5-22507EE5DC40}</a:tableStyleId>
              </a:tblPr>
              <a:tblGrid>
                <a:gridCol w="952700"/>
                <a:gridCol w="5766225"/>
                <a:gridCol w="3644275"/>
              </a:tblGrid>
              <a:tr h="937725">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S/N</a:t>
                      </a:r>
                      <a:endParaRPr sz="2400" u="none" strike="noStrike" cap="none">
                        <a:solidFill>
                          <a:schemeClr val="dk1"/>
                        </a:solidFill>
                        <a:latin typeface="Calibri"/>
                        <a:ea typeface="Calibri"/>
                        <a:cs typeface="Calibri"/>
                        <a:sym typeface="Calibri"/>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Missions</a:t>
                      </a:r>
                      <a:endParaRPr sz="2400" u="none" strike="noStrike" cap="none">
                        <a:solidFill>
                          <a:schemeClr val="dk1"/>
                        </a:solidFill>
                        <a:latin typeface="Calibri"/>
                        <a:ea typeface="Calibri"/>
                        <a:cs typeface="Calibri"/>
                        <a:sym typeface="Calibri"/>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Number of the Missions</a:t>
                      </a:r>
                      <a:endParaRPr sz="2400" u="none" strike="noStrike" cap="none">
                        <a:solidFill>
                          <a:schemeClr val="dk1"/>
                        </a:solidFill>
                        <a:latin typeface="Calibri"/>
                        <a:ea typeface="Calibri"/>
                        <a:cs typeface="Calibri"/>
                        <a:sym typeface="Calibri"/>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688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1</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Africa</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09</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688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2</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America</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08</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81925">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3</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East Asia and Asia Pacific</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07</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688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4</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South Asia</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11</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5353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5</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South East Asia</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09</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688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6</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West Asia</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12</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5353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7</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East Europe and CIS</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05</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688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8</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West Europe</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16</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r h="468850">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9</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l"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Total</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c>
                  <a:txBody>
                    <a:bodyPr/>
                    <a:lstStyle/>
                    <a:p>
                      <a:pPr marL="0" marR="0" lvl="0" indent="0" algn="ctr" rtl="0">
                        <a:lnSpc>
                          <a:spcPct val="107000"/>
                        </a:lnSpc>
                        <a:spcBef>
                          <a:spcPts val="0"/>
                        </a:spcBef>
                        <a:spcAft>
                          <a:spcPts val="0"/>
                        </a:spcAft>
                        <a:buClr>
                          <a:srgbClr val="000000"/>
                        </a:buClr>
                        <a:buSzPts val="2400"/>
                        <a:buFont typeface="Arial"/>
                        <a:buNone/>
                      </a:pPr>
                      <a:r>
                        <a:rPr lang="en-US" sz="2400" b="1" u="none" strike="noStrike" cap="none">
                          <a:solidFill>
                            <a:schemeClr val="dk1"/>
                          </a:solidFill>
                          <a:latin typeface="Arial"/>
                          <a:ea typeface="Arial"/>
                          <a:cs typeface="Arial"/>
                          <a:sym typeface="Arial"/>
                        </a:rPr>
                        <a:t>77</a:t>
                      </a:r>
                      <a:endParaRPr sz="2400" b="1" u="none" strike="noStrike" cap="none">
                        <a:solidFill>
                          <a:schemeClr val="dk1"/>
                        </a:solidFill>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BE4D4"/>
                    </a:solidFill>
                  </a:tcPr>
                </a:tc>
              </a:tr>
            </a:tbl>
          </a:graphicData>
        </a:graphic>
      </p:graphicFrame>
      <p:sp>
        <p:nvSpPr>
          <p:cNvPr id="328" name="Google Shape;328;p7"/>
          <p:cNvSpPr/>
          <p:nvPr/>
        </p:nvSpPr>
        <p:spPr>
          <a:xfrm>
            <a:off x="1981200" y="7337048"/>
            <a:ext cx="10363200" cy="40011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Source: Ministry of Foreign Affairs, Bangladesh </a:t>
            </a:r>
            <a:endParaRPr sz="2600" b="0" i="0" u="none" strike="noStrike" cap="none">
              <a:solidFill>
                <a:schemeClr val="dk1"/>
              </a:solidFill>
              <a:latin typeface="Calibri"/>
              <a:ea typeface="Calibri"/>
              <a:cs typeface="Calibri"/>
              <a:sym typeface="Calibri"/>
            </a:endParaRP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graphicFrame>
        <p:nvGraphicFramePr>
          <p:cNvPr id="333" name="Google Shape;333;p18"/>
          <p:cNvGraphicFramePr/>
          <p:nvPr/>
        </p:nvGraphicFramePr>
        <p:xfrm>
          <a:off x="1593669" y="1439091"/>
          <a:ext cx="9753600" cy="6562015"/>
        </p:xfrm>
        <a:graphic>
          <a:graphicData uri="http://schemas.openxmlformats.org/drawingml/2006/table">
            <a:tbl>
              <a:tblPr firstRow="1" bandRow="1">
                <a:noFill/>
                <a:tableStyleId>{2B6C683C-96B7-4B91-BD75-076B0FCFC843}</a:tableStyleId>
              </a:tblPr>
              <a:tblGrid>
                <a:gridCol w="4876800"/>
                <a:gridCol w="4876800"/>
              </a:tblGrid>
              <a:tr h="765275">
                <a:tc>
                  <a:txBody>
                    <a:bodyPr/>
                    <a:lstStyle/>
                    <a:p>
                      <a:pPr marL="0" marR="0" lvl="0" indent="0" algn="l" rtl="0">
                        <a:lnSpc>
                          <a:spcPct val="100000"/>
                        </a:lnSpc>
                        <a:spcBef>
                          <a:spcPts val="0"/>
                        </a:spcBef>
                        <a:spcAft>
                          <a:spcPts val="0"/>
                        </a:spcAft>
                        <a:buClr>
                          <a:srgbClr val="000000"/>
                        </a:buClr>
                        <a:buSzPts val="3200"/>
                        <a:buFont typeface="Arial"/>
                        <a:buNone/>
                      </a:pPr>
                      <a:r>
                        <a:rPr lang="en-US" sz="3200" u="none" strike="noStrike" cap="none"/>
                        <a:t>Internal Factors</a:t>
                      </a:r>
                      <a:endParaRPr sz="3200" u="none" strike="noStrike" cap="none"/>
                    </a:p>
                    <a:p>
                      <a:pPr marL="0" marR="0" lvl="0" indent="0" algn="l" rtl="0">
                        <a:lnSpc>
                          <a:spcPct val="100000"/>
                        </a:lnSpc>
                        <a:spcBef>
                          <a:spcPts val="0"/>
                        </a:spcBef>
                        <a:spcAft>
                          <a:spcPts val="0"/>
                        </a:spcAft>
                        <a:buNone/>
                      </a:pPr>
                      <a:endParaRPr sz="2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3200"/>
                        <a:buFont typeface="Arial"/>
                        <a:buNone/>
                      </a:pPr>
                      <a:r>
                        <a:rPr lang="en-US" sz="3200" u="none" strike="noStrike" cap="none"/>
                        <a:t>External Factors </a:t>
                      </a:r>
                      <a:endParaRPr sz="3200" u="none" strike="noStrike" cap="none"/>
                    </a:p>
                    <a:p>
                      <a:pPr marL="0" marR="0" lvl="0" indent="0" algn="l" rtl="0">
                        <a:lnSpc>
                          <a:spcPct val="100000"/>
                        </a:lnSpc>
                        <a:spcBef>
                          <a:spcPts val="0"/>
                        </a:spcBef>
                        <a:spcAft>
                          <a:spcPts val="0"/>
                        </a:spcAft>
                        <a:buNone/>
                      </a:pPr>
                      <a:endParaRPr sz="2400" u="none" strike="noStrike" cap="none"/>
                    </a:p>
                  </a:txBody>
                  <a:tcPr marL="91450" marR="91450" marT="45725" marB="45725"/>
                </a:tc>
              </a:tr>
              <a:tr h="275400">
                <a:tc>
                  <a:txBody>
                    <a:bodyPr/>
                    <a:lstStyle/>
                    <a:p>
                      <a:pPr marL="0" marR="0" lvl="1" indent="0" algn="l" rtl="0">
                        <a:lnSpc>
                          <a:spcPct val="100000"/>
                        </a:lnSpc>
                        <a:spcBef>
                          <a:spcPts val="0"/>
                        </a:spcBef>
                        <a:spcAft>
                          <a:spcPts val="0"/>
                        </a:spcAft>
                        <a:buClr>
                          <a:srgbClr val="000000"/>
                        </a:buClr>
                        <a:buSzPts val="2800"/>
                        <a:buFont typeface="Arial"/>
                        <a:buNone/>
                      </a:pPr>
                      <a:r>
                        <a:rPr lang="en-US" sz="2800" u="none" strike="noStrike" cap="none"/>
                        <a:t>Size</a:t>
                      </a:r>
                      <a:endParaRPr sz="2800" b="0" u="none" strike="noStrike" cap="none"/>
                    </a:p>
                  </a:txBody>
                  <a:tcPr marL="91450" marR="91450" marT="45725" marB="45725"/>
                </a:tc>
                <a:tc>
                  <a:txBody>
                    <a:bodyPr/>
                    <a:lstStyle/>
                    <a:p>
                      <a:pPr marL="63500" marR="0" lvl="0" indent="0" algn="just" rtl="0">
                        <a:lnSpc>
                          <a:spcPct val="100000"/>
                        </a:lnSpc>
                        <a:spcBef>
                          <a:spcPts val="0"/>
                        </a:spcBef>
                        <a:spcAft>
                          <a:spcPts val="0"/>
                        </a:spcAft>
                        <a:buClr>
                          <a:srgbClr val="000000"/>
                        </a:buClr>
                        <a:buSzPts val="2600"/>
                        <a:buFont typeface="Arial"/>
                        <a:buNone/>
                      </a:pPr>
                      <a:r>
                        <a:rPr lang="en-US" sz="2800" u="none" strike="noStrike" cap="none"/>
                        <a:t>Power structure: Geo-Politics</a:t>
                      </a:r>
                      <a:endParaRPr sz="2800" u="none" strike="noStrike" cap="none">
                        <a:latin typeface="Times New Roman"/>
                        <a:ea typeface="Times New Roman"/>
                        <a:cs typeface="Times New Roman"/>
                        <a:sym typeface="Times New Roman"/>
                      </a:endParaRPr>
                    </a:p>
                  </a:txBody>
                  <a:tcPr marL="91450" marR="91450" marT="45725" marB="45725"/>
                </a:tc>
              </a:tr>
              <a:tr h="390800">
                <a:tc>
                  <a:txBody>
                    <a:bodyPr/>
                    <a:lstStyle/>
                    <a:p>
                      <a:pPr marL="0" marR="0" lvl="2" indent="0" algn="l" rtl="0">
                        <a:lnSpc>
                          <a:spcPct val="100000"/>
                        </a:lnSpc>
                        <a:spcBef>
                          <a:spcPts val="0"/>
                        </a:spcBef>
                        <a:spcAft>
                          <a:spcPts val="0"/>
                        </a:spcAft>
                        <a:buClr>
                          <a:srgbClr val="000000"/>
                        </a:buClr>
                        <a:buSzPts val="2800"/>
                        <a:buFont typeface="Arial"/>
                        <a:buNone/>
                      </a:pPr>
                      <a:r>
                        <a:rPr lang="en-US" sz="2800" u="none" strike="noStrike" cap="none"/>
                        <a:t>Geography</a:t>
                      </a:r>
                      <a:endParaRPr sz="2800" b="0" u="none" strike="noStrike" cap="none">
                        <a:latin typeface="Times New Roman"/>
                        <a:ea typeface="Times New Roman"/>
                        <a:cs typeface="Times New Roman"/>
                        <a:sym typeface="Times New Roman"/>
                      </a:endParaRPr>
                    </a:p>
                  </a:txBody>
                  <a:tcPr marL="91450" marR="91450" marT="45725" marB="45725"/>
                </a:tc>
                <a:tc rowSpan="9">
                  <a:txBody>
                    <a:bodyPr/>
                    <a:lstStyle/>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International organization: UN, </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OIC, </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NAM, </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SAARC, </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BIMSTEC, </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WB,</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FAO</a:t>
                      </a:r>
                      <a:endParaRPr/>
                    </a:p>
                    <a:p>
                      <a:pPr marL="457200" marR="0" lvl="0" indent="-457200" algn="l" rtl="0">
                        <a:lnSpc>
                          <a:spcPct val="100000"/>
                        </a:lnSpc>
                        <a:spcBef>
                          <a:spcPts val="0"/>
                        </a:spcBef>
                        <a:spcAft>
                          <a:spcPts val="0"/>
                        </a:spcAft>
                        <a:buClr>
                          <a:srgbClr val="000000"/>
                        </a:buClr>
                        <a:buSzPts val="2800"/>
                        <a:buFont typeface="Courier New"/>
                        <a:buChar char="o"/>
                      </a:pPr>
                      <a:r>
                        <a:rPr lang="en-US" sz="2800" u="none" strike="noStrike" cap="none"/>
                        <a:t>IMF</a:t>
                      </a:r>
                      <a:endParaRPr sz="2800" u="none" strike="noStrike" cap="none"/>
                    </a:p>
                    <a:p>
                      <a:pPr marL="457200" marR="0" lvl="0" indent="-279400" algn="l" rtl="0">
                        <a:lnSpc>
                          <a:spcPct val="100000"/>
                        </a:lnSpc>
                        <a:spcBef>
                          <a:spcPts val="0"/>
                        </a:spcBef>
                        <a:spcAft>
                          <a:spcPts val="0"/>
                        </a:spcAft>
                        <a:buClr>
                          <a:srgbClr val="000000"/>
                        </a:buClr>
                        <a:buSzPts val="2800"/>
                        <a:buFont typeface="Courier New"/>
                        <a:buNone/>
                      </a:pPr>
                      <a:endParaRPr sz="2800" u="none" strike="noStrike" cap="none"/>
                    </a:p>
                  </a:txBody>
                  <a:tcPr marL="91450" marR="91450" marT="45725" marB="45725"/>
                </a:tc>
              </a:tr>
              <a:tr h="370850">
                <a:tc>
                  <a:txBody>
                    <a:bodyPr/>
                    <a:lstStyle/>
                    <a:p>
                      <a:pPr marL="0" marR="0" lvl="2" indent="0" algn="l" rtl="0">
                        <a:lnSpc>
                          <a:spcPct val="100000"/>
                        </a:lnSpc>
                        <a:spcBef>
                          <a:spcPts val="0"/>
                        </a:spcBef>
                        <a:spcAft>
                          <a:spcPts val="0"/>
                        </a:spcAft>
                        <a:buClr>
                          <a:srgbClr val="000000"/>
                        </a:buClr>
                        <a:buSzPts val="2800"/>
                        <a:buFont typeface="Arial"/>
                        <a:buNone/>
                      </a:pPr>
                      <a:r>
                        <a:rPr lang="en-US" sz="2800" u="none" strike="noStrike" cap="none"/>
                        <a:t>Culture and history </a:t>
                      </a:r>
                      <a:endParaRPr sz="2800" b="0" u="none" strike="noStrike" cap="none">
                        <a:latin typeface="Times New Roman"/>
                        <a:ea typeface="Times New Roman"/>
                        <a:cs typeface="Times New Roman"/>
                        <a:sym typeface="Times New Roman"/>
                      </a:endParaRPr>
                    </a:p>
                  </a:txBody>
                  <a:tcPr marL="91450" marR="91450" marT="45725" marB="45725"/>
                </a:tc>
                <a:tc vMerge="1">
                  <a:txBody>
                    <a:bodyPr/>
                    <a:lstStyle/>
                    <a:p>
                      <a:endParaRPr lang="en-US"/>
                    </a:p>
                  </a:txBody>
                  <a:tcPr/>
                </a:tc>
              </a:tr>
              <a:tr h="370850">
                <a:tc>
                  <a:txBody>
                    <a:bodyPr/>
                    <a:lstStyle/>
                    <a:p>
                      <a:pPr marL="0" marR="0" lvl="2" indent="0" algn="l" rtl="0">
                        <a:lnSpc>
                          <a:spcPct val="100000"/>
                        </a:lnSpc>
                        <a:spcBef>
                          <a:spcPts val="0"/>
                        </a:spcBef>
                        <a:spcAft>
                          <a:spcPts val="0"/>
                        </a:spcAft>
                        <a:buClr>
                          <a:srgbClr val="000000"/>
                        </a:buClr>
                        <a:buSzPts val="2800"/>
                        <a:buFont typeface="Arial"/>
                        <a:buNone/>
                      </a:pPr>
                      <a:r>
                        <a:rPr lang="en-US" sz="2800" u="none" strike="noStrike" cap="none"/>
                        <a:t>Economic development</a:t>
                      </a:r>
                      <a:endParaRPr sz="2800" b="0" u="none" strike="noStrike" cap="none">
                        <a:latin typeface="Times New Roman"/>
                        <a:ea typeface="Times New Roman"/>
                        <a:cs typeface="Times New Roman"/>
                        <a:sym typeface="Times New Roman"/>
                      </a:endParaRPr>
                    </a:p>
                  </a:txBody>
                  <a:tcPr marL="91450" marR="91450" marT="45725" marB="45725"/>
                </a:tc>
                <a:tc vMerge="1">
                  <a:txBody>
                    <a:bodyPr/>
                    <a:lstStyle/>
                    <a:p>
                      <a:endParaRPr lang="en-US"/>
                    </a:p>
                  </a:txBody>
                  <a:tcPr/>
                </a:tc>
              </a:tr>
              <a:tr h="370850">
                <a:tc>
                  <a:txBody>
                    <a:bodyPr/>
                    <a:lstStyle/>
                    <a:p>
                      <a:pPr marL="0" marR="0" lvl="2" indent="0" algn="l" rtl="0">
                        <a:lnSpc>
                          <a:spcPct val="100000"/>
                        </a:lnSpc>
                        <a:spcBef>
                          <a:spcPts val="0"/>
                        </a:spcBef>
                        <a:spcAft>
                          <a:spcPts val="0"/>
                        </a:spcAft>
                        <a:buClr>
                          <a:srgbClr val="000000"/>
                        </a:buClr>
                        <a:buSzPts val="2800"/>
                        <a:buFont typeface="Arial"/>
                        <a:buNone/>
                      </a:pPr>
                      <a:r>
                        <a:rPr lang="en-US" sz="2800" u="none" strike="noStrike" cap="none"/>
                        <a:t>Economic development</a:t>
                      </a:r>
                      <a:endParaRPr sz="2800" b="0" u="none" strike="noStrike" cap="none">
                        <a:latin typeface="Times New Roman"/>
                        <a:ea typeface="Times New Roman"/>
                        <a:cs typeface="Times New Roman"/>
                        <a:sym typeface="Times New Roman"/>
                      </a:endParaRPr>
                    </a:p>
                  </a:txBody>
                  <a:tcPr marL="91450" marR="91450" marT="45725" marB="45725"/>
                </a:tc>
                <a:tc vMerge="1">
                  <a:txBody>
                    <a:bodyPr/>
                    <a:lstStyle/>
                    <a:p>
                      <a:endParaRPr lang="en-US"/>
                    </a:p>
                  </a:txBody>
                  <a:tcPr/>
                </a:tc>
              </a:tr>
              <a:tr h="476800">
                <a:tc>
                  <a:txBody>
                    <a:bodyPr/>
                    <a:lstStyle/>
                    <a:p>
                      <a:pPr marL="0" marR="0" lvl="0" indent="0" algn="l" rtl="0">
                        <a:lnSpc>
                          <a:spcPct val="100000"/>
                        </a:lnSpc>
                        <a:spcBef>
                          <a:spcPts val="0"/>
                        </a:spcBef>
                        <a:spcAft>
                          <a:spcPts val="0"/>
                        </a:spcAft>
                        <a:buNone/>
                      </a:pPr>
                      <a:r>
                        <a:rPr lang="en-US" sz="2800" u="none" strike="noStrike" cap="none"/>
                        <a:t>Social structure: </a:t>
                      </a:r>
                      <a:endParaRPr sz="2800" b="0" u="none" strike="noStrike" cap="none"/>
                    </a:p>
                  </a:txBody>
                  <a:tcPr marL="91450" marR="91450" marT="45725" marB="45725"/>
                </a:tc>
                <a:tc vMerge="1">
                  <a:txBody>
                    <a:bodyPr/>
                    <a:lstStyle/>
                    <a:p>
                      <a:endParaRPr lang="en-US"/>
                    </a:p>
                  </a:txBody>
                  <a:tcPr/>
                </a:tc>
              </a:tr>
              <a:tr h="370850">
                <a:tc>
                  <a:txBody>
                    <a:bodyPr/>
                    <a:lstStyle/>
                    <a:p>
                      <a:pPr marL="0" marR="0" lvl="1" indent="0" algn="l" rtl="0">
                        <a:lnSpc>
                          <a:spcPct val="100000"/>
                        </a:lnSpc>
                        <a:spcBef>
                          <a:spcPts val="0"/>
                        </a:spcBef>
                        <a:spcAft>
                          <a:spcPts val="0"/>
                        </a:spcAft>
                        <a:buClr>
                          <a:srgbClr val="000000"/>
                        </a:buClr>
                        <a:buSzPts val="2800"/>
                        <a:buFont typeface="Arial"/>
                        <a:buNone/>
                      </a:pPr>
                      <a:r>
                        <a:rPr lang="en-US" sz="2800" u="none" strike="noStrike" cap="none"/>
                        <a:t>Public mood </a:t>
                      </a:r>
                      <a:endParaRPr sz="2800" b="0" u="none" strike="noStrike" cap="none">
                        <a:latin typeface="Times New Roman"/>
                        <a:ea typeface="Times New Roman"/>
                        <a:cs typeface="Times New Roman"/>
                        <a:sym typeface="Times New Roman"/>
                      </a:endParaRPr>
                    </a:p>
                  </a:txBody>
                  <a:tcPr marL="91450" marR="91450" marT="45725" marB="45725"/>
                </a:tc>
                <a:tc vMerge="1">
                  <a:txBody>
                    <a:bodyPr/>
                    <a:lstStyle/>
                    <a:p>
                      <a:endParaRPr lang="en-US"/>
                    </a:p>
                  </a:txBody>
                  <a:tcPr/>
                </a:tc>
              </a:tr>
              <a:tr h="370850">
                <a:tc>
                  <a:txBody>
                    <a:bodyPr/>
                    <a:lstStyle/>
                    <a:p>
                      <a:pPr marL="0" marR="0" lvl="0" indent="0" algn="l" rtl="0">
                        <a:lnSpc>
                          <a:spcPct val="100000"/>
                        </a:lnSpc>
                        <a:spcBef>
                          <a:spcPts val="0"/>
                        </a:spcBef>
                        <a:spcAft>
                          <a:spcPts val="0"/>
                        </a:spcAft>
                        <a:buNone/>
                      </a:pPr>
                      <a:r>
                        <a:rPr lang="en-US" sz="2800" u="none" strike="noStrike" cap="none"/>
                        <a:t>National capacity</a:t>
                      </a:r>
                      <a:endParaRPr sz="2800" b="0" u="none" strike="noStrike" cap="none"/>
                    </a:p>
                  </a:txBody>
                  <a:tcPr marL="91450" marR="91450" marT="45725" marB="45725"/>
                </a:tc>
                <a:tc vMerge="1">
                  <a:txBody>
                    <a:bodyPr/>
                    <a:lstStyle/>
                    <a:p>
                      <a:endParaRPr lang="en-US"/>
                    </a:p>
                  </a:txBody>
                  <a:tcPr/>
                </a:tc>
              </a:tr>
              <a:tr h="526875">
                <a:tc>
                  <a:txBody>
                    <a:bodyPr/>
                    <a:lstStyle/>
                    <a:p>
                      <a:pPr marL="0" marR="0" lvl="1" indent="0" algn="l" rtl="0">
                        <a:lnSpc>
                          <a:spcPct val="100000"/>
                        </a:lnSpc>
                        <a:spcBef>
                          <a:spcPts val="0"/>
                        </a:spcBef>
                        <a:spcAft>
                          <a:spcPts val="0"/>
                        </a:spcAft>
                        <a:buClr>
                          <a:srgbClr val="000000"/>
                        </a:buClr>
                        <a:buSzPts val="2800"/>
                        <a:buFont typeface="Arial"/>
                        <a:buNone/>
                      </a:pPr>
                      <a:r>
                        <a:rPr lang="en-US" sz="2800" u="none" strike="noStrike" cap="none"/>
                        <a:t>Political organization/party </a:t>
                      </a:r>
                      <a:endParaRPr sz="2800" b="0" i="0" u="none" strike="noStrike" cap="none">
                        <a:solidFill>
                          <a:srgbClr val="000000"/>
                        </a:solidFill>
                        <a:latin typeface="Times New Roman"/>
                        <a:ea typeface="Times New Roman"/>
                        <a:cs typeface="Times New Roman"/>
                        <a:sym typeface="Times New Roman"/>
                      </a:endParaRPr>
                    </a:p>
                  </a:txBody>
                  <a:tcPr marL="91450" marR="91450" marT="45725" marB="45725"/>
                </a:tc>
                <a:tc vMerge="1">
                  <a:txBody>
                    <a:bodyPr/>
                    <a:lstStyle/>
                    <a:p>
                      <a:endParaRPr lang="en-US"/>
                    </a:p>
                  </a:txBody>
                  <a:tcPr/>
                </a:tc>
              </a:tr>
              <a:tr h="685800">
                <a:tc>
                  <a:txBody>
                    <a:bodyPr/>
                    <a:lstStyle/>
                    <a:p>
                      <a:pPr marL="0" marR="0" lvl="1" indent="0" algn="l" rtl="0">
                        <a:lnSpc>
                          <a:spcPct val="100000"/>
                        </a:lnSpc>
                        <a:spcBef>
                          <a:spcPts val="0"/>
                        </a:spcBef>
                        <a:spcAft>
                          <a:spcPts val="0"/>
                        </a:spcAft>
                        <a:buClr>
                          <a:srgbClr val="000000"/>
                        </a:buClr>
                        <a:buSzPts val="2800"/>
                        <a:buFont typeface="Arial"/>
                        <a:buNone/>
                      </a:pPr>
                      <a:r>
                        <a:rPr lang="en-US" sz="2800" u="none" strike="noStrike" cap="none"/>
                        <a:t>Press and Media</a:t>
                      </a:r>
                      <a:endParaRPr sz="2800" u="sng" strike="noStrike" cap="none"/>
                    </a:p>
                    <a:p>
                      <a:pPr marL="0" marR="0" lvl="0" indent="0" algn="l" rtl="0">
                        <a:lnSpc>
                          <a:spcPct val="100000"/>
                        </a:lnSpc>
                        <a:spcBef>
                          <a:spcPts val="0"/>
                        </a:spcBef>
                        <a:spcAft>
                          <a:spcPts val="0"/>
                        </a:spcAft>
                        <a:buNone/>
                      </a:pPr>
                      <a:endParaRPr sz="2800" b="0" u="none" strike="noStrike" cap="none"/>
                    </a:p>
                  </a:txBody>
                  <a:tcPr marL="91450" marR="91450" marT="45725" marB="45725"/>
                </a:tc>
                <a:tc vMerge="1">
                  <a:txBody>
                    <a:bodyPr/>
                    <a:lstStyle/>
                    <a:p>
                      <a:endParaRPr lang="en-US"/>
                    </a:p>
                  </a:txBody>
                  <a:tcPr/>
                </a:tc>
              </a:tr>
            </a:tbl>
          </a:graphicData>
        </a:graphic>
      </p:graphicFrame>
      <p:sp>
        <p:nvSpPr>
          <p:cNvPr id="334" name="Google Shape;334;p18"/>
          <p:cNvSpPr txBox="1">
            <a:spLocks noGrp="1"/>
          </p:cNvSpPr>
          <p:nvPr>
            <p:ph type="title"/>
          </p:nvPr>
        </p:nvSpPr>
        <p:spPr>
          <a:xfrm>
            <a:off x="549275" y="438150"/>
            <a:ext cx="12617450" cy="769938"/>
          </a:xfrm>
          <a:prstGeom prst="rect">
            <a:avLst/>
          </a:prstGeom>
          <a:solidFill>
            <a:schemeClr val="lt2"/>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600"/>
              <a:buFont typeface="Open Sans"/>
              <a:buNone/>
            </a:pPr>
            <a:r>
              <a:rPr lang="en-US" sz="3600">
                <a:solidFill>
                  <a:srgbClr val="FF0000"/>
                </a:solidFill>
                <a:latin typeface="Open Sans"/>
                <a:ea typeface="Open Sans"/>
                <a:cs typeface="Open Sans"/>
                <a:sym typeface="Open Sans"/>
              </a:rPr>
              <a:t>            Determinants of </a:t>
            </a:r>
            <a:r>
              <a:rPr lang="en-US" sz="3600" b="1">
                <a:solidFill>
                  <a:srgbClr val="FF0000"/>
                </a:solidFill>
                <a:latin typeface="Open Sans"/>
                <a:ea typeface="Open Sans"/>
                <a:cs typeface="Open Sans"/>
                <a:sym typeface="Open Sans"/>
              </a:rPr>
              <a:t>Bangladesh Foreign Policy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9"/>
          <p:cNvSpPr txBox="1">
            <a:spLocks noGrp="1"/>
          </p:cNvSpPr>
          <p:nvPr>
            <p:ph type="title"/>
          </p:nvPr>
        </p:nvSpPr>
        <p:spPr>
          <a:xfrm>
            <a:off x="962525" y="0"/>
            <a:ext cx="12684900" cy="1143000"/>
          </a:xfrm>
          <a:prstGeom prst="rect">
            <a:avLst/>
          </a:prstGeom>
          <a:solidFill>
            <a:schemeClr val="lt2"/>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Open Sans"/>
              <a:buNone/>
            </a:pPr>
            <a:r>
              <a:rPr lang="en-US" sz="4000">
                <a:solidFill>
                  <a:srgbClr val="FF0000"/>
                </a:solidFill>
                <a:latin typeface="Open Sans"/>
                <a:ea typeface="Open Sans"/>
                <a:cs typeface="Open Sans"/>
                <a:sym typeface="Open Sans"/>
              </a:rPr>
              <a:t>  Foreign policy decision-making process in Bangladesh</a:t>
            </a:r>
            <a:endParaRPr sz="4000" b="1">
              <a:solidFill>
                <a:srgbClr val="FF0000"/>
              </a:solidFill>
              <a:latin typeface="Open Sans"/>
              <a:ea typeface="Open Sans"/>
              <a:cs typeface="Open Sans"/>
              <a:sym typeface="Open Sans"/>
            </a:endParaRPr>
          </a:p>
        </p:txBody>
      </p:sp>
      <p:sp>
        <p:nvSpPr>
          <p:cNvPr id="340" name="Google Shape;340;p9"/>
          <p:cNvSpPr/>
          <p:nvPr/>
        </p:nvSpPr>
        <p:spPr>
          <a:xfrm>
            <a:off x="533400" y="1143000"/>
            <a:ext cx="13411200" cy="6410400"/>
          </a:xfrm>
          <a:prstGeom prst="rect">
            <a:avLst/>
          </a:prstGeom>
          <a:noFill/>
          <a:ln>
            <a:noFill/>
          </a:ln>
        </p:spPr>
        <p:txBody>
          <a:bodyPr spcFirstLastPara="1" wrap="square" lIns="130600" tIns="65300" rIns="130600" bIns="653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In Bangladesh, foreign policy decisions are made at the interactions of both formal and informal institutions. </a:t>
            </a:r>
            <a:endParaRPr sz="1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Times New Roman"/>
              <a:ea typeface="Times New Roman"/>
              <a:cs typeface="Times New Roman"/>
              <a:sym typeface="Times New Roman"/>
            </a:endParaRPr>
          </a:p>
          <a:p>
            <a:pPr marL="411480" marR="0" lvl="0" indent="-411480" algn="just" rtl="0">
              <a:lnSpc>
                <a:spcPct val="100000"/>
              </a:lnSpc>
              <a:spcBef>
                <a:spcPts val="0"/>
              </a:spcBef>
              <a:spcAft>
                <a:spcPts val="0"/>
              </a:spcAft>
              <a:buClr>
                <a:srgbClr val="000000"/>
              </a:buClr>
              <a:buSzPts val="2400"/>
              <a:buFont typeface="Arial"/>
              <a:buNone/>
            </a:pPr>
            <a:r>
              <a:rPr lang="en-US" sz="2400" b="1" i="0" u="none" strike="noStrike" cap="none">
                <a:solidFill>
                  <a:srgbClr val="00B050"/>
                </a:solidFill>
                <a:latin typeface="Times New Roman"/>
                <a:ea typeface="Times New Roman"/>
                <a:cs typeface="Times New Roman"/>
                <a:sym typeface="Times New Roman"/>
              </a:rPr>
              <a:t>Formal institutions are: </a:t>
            </a:r>
            <a:endParaRPr sz="1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400"/>
              <a:buFont typeface="Noto Sans Symbols"/>
              <a:buChar char="❖"/>
            </a:pPr>
            <a:r>
              <a:rPr lang="en-US" sz="2400" b="1" i="0" u="none" strike="noStrike" cap="none">
                <a:solidFill>
                  <a:srgbClr val="000000"/>
                </a:solidFill>
                <a:latin typeface="Times New Roman"/>
                <a:ea typeface="Times New Roman"/>
                <a:cs typeface="Times New Roman"/>
                <a:sym typeface="Times New Roman"/>
              </a:rPr>
              <a:t> </a:t>
            </a:r>
            <a:r>
              <a:rPr lang="en-US" sz="2600" b="0" i="0" u="none" strike="noStrike" cap="none">
                <a:solidFill>
                  <a:srgbClr val="000000"/>
                </a:solidFill>
                <a:latin typeface="Times New Roman"/>
                <a:ea typeface="Times New Roman"/>
                <a:cs typeface="Times New Roman"/>
                <a:sym typeface="Times New Roman"/>
              </a:rPr>
              <a:t>National Assembly   </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President </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Prime Minister </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Chief Martial Law Administrator </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Ministry of Foreign Affairs</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Ministry of Defense</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Ministry of Commerce, other ministries</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Civil bureaucrats, and armed forces</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400"/>
              <a:buFont typeface="Arial"/>
              <a:buNone/>
            </a:pPr>
            <a:r>
              <a:rPr lang="en-US" sz="2600" b="1" i="0" u="none" strike="noStrike" cap="none">
                <a:solidFill>
                  <a:srgbClr val="000000"/>
                </a:solidFill>
                <a:latin typeface="Times New Roman"/>
                <a:ea typeface="Times New Roman"/>
                <a:cs typeface="Times New Roman"/>
                <a:sym typeface="Times New Roman"/>
              </a:rPr>
              <a:t>   </a:t>
            </a:r>
            <a:endParaRPr sz="1600" b="0" i="0" u="none" strike="noStrike" cap="none">
              <a:solidFill>
                <a:srgbClr val="000000"/>
              </a:solidFill>
              <a:latin typeface="Times New Roman"/>
              <a:ea typeface="Times New Roman"/>
              <a:cs typeface="Times New Roman"/>
              <a:sym typeface="Times New Roman"/>
            </a:endParaRPr>
          </a:p>
          <a:p>
            <a:pPr marL="685800" marR="0" lvl="0" indent="-685800" algn="just" rtl="0">
              <a:lnSpc>
                <a:spcPct val="100000"/>
              </a:lnSpc>
              <a:spcBef>
                <a:spcPts val="0"/>
              </a:spcBef>
              <a:spcAft>
                <a:spcPts val="0"/>
              </a:spcAft>
              <a:buClr>
                <a:srgbClr val="000000"/>
              </a:buClr>
              <a:buSzPts val="2400"/>
              <a:buFont typeface="Arial"/>
              <a:buNone/>
            </a:pPr>
            <a:r>
              <a:rPr lang="en-US" sz="2600" b="1" i="0" u="none" strike="noStrike" cap="none">
                <a:solidFill>
                  <a:srgbClr val="00B050"/>
                </a:solidFill>
                <a:latin typeface="Times New Roman"/>
                <a:ea typeface="Times New Roman"/>
                <a:cs typeface="Times New Roman"/>
                <a:sym typeface="Times New Roman"/>
              </a:rPr>
              <a:t>Informal institutions are:</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Noto Sans Symbols"/>
              <a:buChar char="❖"/>
            </a:pPr>
            <a:r>
              <a:rPr lang="en-US" sz="2600" b="1" i="0" u="none" strike="noStrike" cap="none">
                <a:solidFill>
                  <a:srgbClr val="000000"/>
                </a:solidFill>
                <a:latin typeface="Times New Roman"/>
                <a:ea typeface="Times New Roman"/>
                <a:cs typeface="Times New Roman"/>
                <a:sym typeface="Times New Roman"/>
              </a:rPr>
              <a:t> </a:t>
            </a:r>
            <a:r>
              <a:rPr lang="en-US" sz="2600" b="0" i="0" u="none" strike="noStrike" cap="none">
                <a:solidFill>
                  <a:srgbClr val="000000"/>
                </a:solidFill>
                <a:latin typeface="Times New Roman"/>
                <a:ea typeface="Times New Roman"/>
                <a:cs typeface="Times New Roman"/>
                <a:sym typeface="Times New Roman"/>
              </a:rPr>
              <a:t>Political parties</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Press and media </a:t>
            </a:r>
            <a:endParaRPr sz="1600" b="0" i="0" u="none" strike="noStrike" cap="none">
              <a:solidFill>
                <a:srgbClr val="000000"/>
              </a:solidFill>
              <a:latin typeface="Times New Roman"/>
              <a:ea typeface="Times New Roman"/>
              <a:cs typeface="Times New Roman"/>
              <a:sym typeface="Times New Roman"/>
            </a:endParaRPr>
          </a:p>
          <a:p>
            <a:pPr marL="0" marR="0" lvl="0" indent="-12700" algn="just" rtl="0">
              <a:lnSpc>
                <a:spcPct val="100000"/>
              </a:lnSpc>
              <a:spcBef>
                <a:spcPts val="0"/>
              </a:spcBef>
              <a:spcAft>
                <a:spcPts val="0"/>
              </a:spcAft>
              <a:buClr>
                <a:srgbClr val="000000"/>
              </a:buClr>
              <a:buSzPts val="2600"/>
              <a:buFont typeface="Times New Roman"/>
              <a:buChar char="❖"/>
            </a:pPr>
            <a:r>
              <a:rPr lang="en-US" sz="2600" b="0" i="0" u="none" strike="noStrike" cap="none">
                <a:solidFill>
                  <a:srgbClr val="000000"/>
                </a:solidFill>
                <a:latin typeface="Times New Roman"/>
                <a:ea typeface="Times New Roman"/>
                <a:cs typeface="Times New Roman"/>
                <a:sym typeface="Times New Roman"/>
              </a:rPr>
              <a:t> Non-government institutions and groups and associations.</a:t>
            </a:r>
            <a:endParaRPr sz="1600" b="0" i="0" u="none" strike="noStrike" cap="none">
              <a:solidFill>
                <a:srgbClr val="000000"/>
              </a:solidFill>
              <a:latin typeface="Times New Roman"/>
              <a:ea typeface="Times New Roman"/>
              <a:cs typeface="Times New Roman"/>
              <a:sym typeface="Times New Roman"/>
            </a:endParaRPr>
          </a:p>
        </p:txBody>
      </p:sp>
    </p:spTree>
  </p:cSld>
  <p:clrMapOvr>
    <a:masterClrMapping/>
  </p:clrMapOvr>
  <p:transition>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0"/>
          <p:cNvSpPr txBox="1">
            <a:spLocks noGrp="1"/>
          </p:cNvSpPr>
          <p:nvPr>
            <p:ph type="title"/>
          </p:nvPr>
        </p:nvSpPr>
        <p:spPr>
          <a:xfrm>
            <a:off x="697775" y="82100"/>
            <a:ext cx="12347700" cy="984600"/>
          </a:xfrm>
          <a:prstGeom prst="rect">
            <a:avLst/>
          </a:prstGeom>
          <a:solidFill>
            <a:schemeClr val="lt2"/>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Open Sans"/>
              <a:buNone/>
            </a:pPr>
            <a:r>
              <a:rPr lang="en-US" sz="4000">
                <a:solidFill>
                  <a:srgbClr val="FF0000"/>
                </a:solidFill>
                <a:latin typeface="Open Sans"/>
                <a:ea typeface="Open Sans"/>
                <a:cs typeface="Open Sans"/>
                <a:sym typeface="Open Sans"/>
              </a:rPr>
              <a:t>Outcomes of Bangladesh Foreign Policy in different era</a:t>
            </a:r>
            <a:endParaRPr sz="4000" b="1">
              <a:solidFill>
                <a:srgbClr val="FF0000"/>
              </a:solidFill>
              <a:latin typeface="Open Sans"/>
              <a:ea typeface="Open Sans"/>
              <a:cs typeface="Open Sans"/>
              <a:sym typeface="Open Sans"/>
            </a:endParaRPr>
          </a:p>
        </p:txBody>
      </p:sp>
      <p:sp>
        <p:nvSpPr>
          <p:cNvPr id="346" name="Google Shape;346;p10"/>
          <p:cNvSpPr/>
          <p:nvPr/>
        </p:nvSpPr>
        <p:spPr>
          <a:xfrm>
            <a:off x="365750" y="1219200"/>
            <a:ext cx="13731300" cy="5932800"/>
          </a:xfrm>
          <a:prstGeom prst="rect">
            <a:avLst/>
          </a:prstGeom>
          <a:solidFill>
            <a:schemeClr val="accent4"/>
          </a:solidFill>
          <a:ln>
            <a:noFill/>
          </a:ln>
        </p:spPr>
        <p:txBody>
          <a:bodyPr spcFirstLastPara="1" wrap="square" lIns="130600" tIns="65300" rIns="130600" bIns="65300" anchor="t" anchorCtr="0">
            <a:spAutoFit/>
          </a:bodyPr>
          <a:lstStyle/>
          <a:p>
            <a:pPr marL="274320" marR="0" lvl="0" indent="-274320" algn="l" rtl="0">
              <a:lnSpc>
                <a:spcPct val="100000"/>
              </a:lnSpc>
              <a:spcBef>
                <a:spcPts val="0"/>
              </a:spcBef>
              <a:spcAft>
                <a:spcPts val="0"/>
              </a:spcAft>
              <a:buClr>
                <a:srgbClr val="000000"/>
              </a:buClr>
              <a:buSzPts val="3200"/>
              <a:buFont typeface="Arial"/>
              <a:buNone/>
            </a:pPr>
            <a:r>
              <a:rPr lang="en-US" sz="3200" b="1" i="0" u="none" strike="noStrike" cap="none">
                <a:solidFill>
                  <a:srgbClr val="FF0000"/>
                </a:solidFill>
                <a:latin typeface="Open Sans"/>
                <a:ea typeface="Open Sans"/>
                <a:cs typeface="Open Sans"/>
                <a:sym typeface="Open Sans"/>
              </a:rPr>
              <a:t>  </a:t>
            </a:r>
            <a:r>
              <a:rPr lang="en-US" sz="2200" b="0" i="0" u="none" strike="noStrike" cap="none">
                <a:solidFill>
                  <a:srgbClr val="00B050"/>
                </a:solidFill>
                <a:latin typeface="Times New Roman"/>
                <a:ea typeface="Times New Roman"/>
                <a:cs typeface="Times New Roman"/>
                <a:sym typeface="Times New Roman"/>
              </a:rPr>
              <a:t>The Success of Sheikh Mujibur Rahman (1972-75) </a:t>
            </a:r>
            <a:endParaRPr sz="1400" b="0" i="0" u="none" strike="noStrike" cap="none">
              <a:solidFill>
                <a:srgbClr val="000000"/>
              </a:solidFill>
              <a:latin typeface="Arial"/>
              <a:ea typeface="Arial"/>
              <a:cs typeface="Arial"/>
              <a:sym typeface="Arial"/>
            </a:endParaRPr>
          </a:p>
          <a:p>
            <a:pPr marL="274320" marR="0" lvl="0" indent="-274320" algn="l" rtl="0">
              <a:lnSpc>
                <a:spcPct val="100000"/>
              </a:lnSpc>
              <a:spcBef>
                <a:spcPts val="688"/>
              </a:spcBef>
              <a:spcAft>
                <a:spcPts val="0"/>
              </a:spcAft>
              <a:buClr>
                <a:srgbClr val="000000"/>
              </a:buClr>
              <a:buSzPts val="1000"/>
              <a:buFont typeface="Arial"/>
              <a:buNone/>
            </a:pPr>
            <a:endParaRPr sz="1000" b="0" i="0" u="none" strike="noStrike" cap="none">
              <a:solidFill>
                <a:srgbClr val="00B05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b="1" i="0" u="none" strike="noStrike" cap="none">
                <a:solidFill>
                  <a:srgbClr val="000000"/>
                </a:solidFill>
                <a:latin typeface="Times New Roman"/>
                <a:ea typeface="Times New Roman"/>
                <a:cs typeface="Times New Roman"/>
                <a:sym typeface="Times New Roman"/>
              </a:rPr>
              <a:t>Withdrawal of Indian troops</a:t>
            </a:r>
            <a:r>
              <a:rPr lang="en-US" sz="2400" b="0" i="0" u="none" strike="noStrike" cap="none">
                <a:solidFill>
                  <a:srgbClr val="000000"/>
                </a:solidFill>
                <a:latin typeface="Times New Roman"/>
                <a:ea typeface="Times New Roman"/>
                <a:cs typeface="Times New Roman"/>
                <a:sym typeface="Times New Roman"/>
              </a:rPr>
              <a:t> from Bangladesh on 15 March </a:t>
            </a:r>
            <a:r>
              <a:rPr lang="en-US" sz="2400">
                <a:latin typeface="Times New Roman"/>
                <a:ea typeface="Times New Roman"/>
                <a:cs typeface="Times New Roman"/>
                <a:sym typeface="Times New Roman"/>
              </a:rPr>
              <a:t>1972</a:t>
            </a:r>
            <a:endParaRPr sz="1400" b="0" i="0" u="none" strike="noStrike" cap="none">
              <a:solidFill>
                <a:srgbClr val="000000"/>
              </a:solidFill>
              <a:latin typeface="Arial"/>
              <a:ea typeface="Arial"/>
              <a:cs typeface="Arial"/>
              <a:sym typeface="Arial"/>
            </a:endParaRPr>
          </a:p>
          <a:p>
            <a:pPr marL="274320" marR="0" lvl="0" indent="-315468" algn="just" rtl="0">
              <a:lnSpc>
                <a:spcPct val="100000"/>
              </a:lnSpc>
              <a:spcBef>
                <a:spcPts val="0"/>
              </a:spcBef>
              <a:spcAft>
                <a:spcPts val="0"/>
              </a:spcAft>
              <a:buClr>
                <a:srgbClr val="B13F9A"/>
              </a:buClr>
              <a:buSzPts val="2400"/>
              <a:buFont typeface="Noto Sans Symbols"/>
              <a:buChar char="❑"/>
            </a:pPr>
            <a:r>
              <a:rPr lang="en-US" sz="2400">
                <a:latin typeface="Times New Roman"/>
                <a:ea typeface="Times New Roman"/>
                <a:cs typeface="Times New Roman"/>
                <a:sym typeface="Times New Roman"/>
              </a:rPr>
              <a:t>Discussion with Indian Prime Minister Indira Gandhi on </a:t>
            </a:r>
            <a:r>
              <a:rPr lang="en-US" sz="2400" b="1" i="0" u="none" strike="noStrike" cap="none">
                <a:solidFill>
                  <a:srgbClr val="000000"/>
                </a:solidFill>
                <a:latin typeface="Times New Roman"/>
                <a:ea typeface="Times New Roman"/>
                <a:cs typeface="Times New Roman"/>
                <a:sym typeface="Times New Roman"/>
              </a:rPr>
              <a:t>Ganges water </a:t>
            </a:r>
            <a:r>
              <a:rPr lang="en-US" sz="2400" b="1">
                <a:latin typeface="Times New Roman"/>
                <a:ea typeface="Times New Roman"/>
                <a:cs typeface="Times New Roman"/>
                <a:sym typeface="Times New Roman"/>
              </a:rPr>
              <a:t>sharing</a:t>
            </a:r>
            <a:endParaRPr sz="2400" b="1">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b="0" i="0" u="none" strike="noStrike" cap="none">
                <a:solidFill>
                  <a:srgbClr val="000000"/>
                </a:solidFill>
                <a:latin typeface="Times New Roman"/>
                <a:ea typeface="Times New Roman"/>
                <a:cs typeface="Times New Roman"/>
                <a:sym typeface="Times New Roman"/>
              </a:rPr>
              <a:t>Bangladesh’s participation at the OIC conference in Lahore</a:t>
            </a:r>
            <a:r>
              <a:rPr lang="en-US" sz="2400">
                <a:latin typeface="Times New Roman"/>
                <a:ea typeface="Times New Roman"/>
                <a:cs typeface="Times New Roman"/>
                <a:sym typeface="Times New Roman"/>
              </a:rPr>
              <a:t> in 1974</a:t>
            </a:r>
            <a:endParaRPr sz="24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b="0" i="0" u="none" strike="noStrike" cap="none">
                <a:solidFill>
                  <a:srgbClr val="000000"/>
                </a:solidFill>
                <a:latin typeface="Times New Roman"/>
                <a:ea typeface="Times New Roman"/>
                <a:cs typeface="Times New Roman"/>
                <a:sym typeface="Times New Roman"/>
              </a:rPr>
              <a:t>The </a:t>
            </a:r>
            <a:r>
              <a:rPr lang="en-US" sz="2400" b="1" i="0" u="none" strike="noStrike" cap="none">
                <a:solidFill>
                  <a:srgbClr val="000000"/>
                </a:solidFill>
                <a:latin typeface="Times New Roman"/>
                <a:ea typeface="Times New Roman"/>
                <a:cs typeface="Times New Roman"/>
                <a:sym typeface="Times New Roman"/>
              </a:rPr>
              <a:t>tripartite agreement of 1974</a:t>
            </a:r>
            <a:r>
              <a:rPr lang="en-US" sz="2400" b="0" i="0" u="none" strike="noStrike" cap="none">
                <a:solidFill>
                  <a:srgbClr val="000000"/>
                </a:solidFill>
                <a:latin typeface="Times New Roman"/>
                <a:ea typeface="Times New Roman"/>
                <a:cs typeface="Times New Roman"/>
                <a:sym typeface="Times New Roman"/>
              </a:rPr>
              <a:t> involving India, Bangladesh, and Pakistan to grant “clemency” to the 195 Pakistani prisoners of war held in India taking into account the appeal of the “Prime Minister of Pakistan to forgive and forget mistakes of the past”</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a:latin typeface="Times New Roman"/>
                <a:ea typeface="Times New Roman"/>
                <a:cs typeface="Times New Roman"/>
                <a:sym typeface="Times New Roman"/>
              </a:rPr>
              <a:t>Sheikh Mujib’s</a:t>
            </a:r>
            <a:r>
              <a:rPr lang="en-US" sz="2400" b="1">
                <a:latin typeface="Times New Roman"/>
                <a:ea typeface="Times New Roman"/>
                <a:cs typeface="Times New Roman"/>
                <a:sym typeface="Times New Roman"/>
              </a:rPr>
              <a:t> </a:t>
            </a:r>
            <a:r>
              <a:rPr lang="en-US" sz="2400" b="1" i="0" u="none" strike="noStrike" cap="none">
                <a:solidFill>
                  <a:srgbClr val="000000"/>
                </a:solidFill>
                <a:latin typeface="Times New Roman"/>
                <a:ea typeface="Times New Roman"/>
                <a:cs typeface="Times New Roman"/>
                <a:sym typeface="Times New Roman"/>
              </a:rPr>
              <a:t>Washington visit in 1974</a:t>
            </a:r>
            <a:endParaRPr sz="2400" b="1"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b="1" i="0" u="none" strike="noStrike" cap="none">
                <a:solidFill>
                  <a:srgbClr val="000000"/>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M</a:t>
            </a:r>
            <a:r>
              <a:rPr lang="en-US" sz="2400" b="0" i="0" u="none" strike="noStrike" cap="none">
                <a:solidFill>
                  <a:srgbClr val="000000"/>
                </a:solidFill>
                <a:latin typeface="Times New Roman"/>
                <a:ea typeface="Times New Roman"/>
                <a:cs typeface="Times New Roman"/>
                <a:sym typeface="Times New Roman"/>
              </a:rPr>
              <a:t>embership in the </a:t>
            </a:r>
            <a:r>
              <a:rPr lang="en-US" sz="2400" b="1">
                <a:latin typeface="Times New Roman"/>
                <a:ea typeface="Times New Roman"/>
                <a:cs typeface="Times New Roman"/>
                <a:sym typeface="Times New Roman"/>
              </a:rPr>
              <a:t>N</a:t>
            </a:r>
            <a:r>
              <a:rPr lang="en-US" sz="2400" b="1" i="0" u="none" strike="noStrike" cap="none">
                <a:solidFill>
                  <a:srgbClr val="000000"/>
                </a:solidFill>
                <a:latin typeface="Times New Roman"/>
                <a:ea typeface="Times New Roman"/>
                <a:cs typeface="Times New Roman"/>
                <a:sym typeface="Times New Roman"/>
              </a:rPr>
              <a:t>on-</a:t>
            </a:r>
            <a:r>
              <a:rPr lang="en-US" sz="2400" b="1">
                <a:latin typeface="Times New Roman"/>
                <a:ea typeface="Times New Roman"/>
                <a:cs typeface="Times New Roman"/>
                <a:sym typeface="Times New Roman"/>
              </a:rPr>
              <a:t>A</a:t>
            </a:r>
            <a:r>
              <a:rPr lang="en-US" sz="2400" b="1" i="0" u="none" strike="noStrike" cap="none">
                <a:solidFill>
                  <a:srgbClr val="000000"/>
                </a:solidFill>
                <a:latin typeface="Times New Roman"/>
                <a:ea typeface="Times New Roman"/>
                <a:cs typeface="Times New Roman"/>
                <a:sym typeface="Times New Roman"/>
              </a:rPr>
              <a:t>ligned </a:t>
            </a:r>
            <a:r>
              <a:rPr lang="en-US" sz="2400" b="1">
                <a:latin typeface="Times New Roman"/>
                <a:ea typeface="Times New Roman"/>
                <a:cs typeface="Times New Roman"/>
                <a:sym typeface="Times New Roman"/>
              </a:rPr>
              <a:t>M</a:t>
            </a:r>
            <a:r>
              <a:rPr lang="en-US" sz="2400" b="1" i="0" u="none" strike="noStrike" cap="none">
                <a:solidFill>
                  <a:srgbClr val="000000"/>
                </a:solidFill>
                <a:latin typeface="Times New Roman"/>
                <a:ea typeface="Times New Roman"/>
                <a:cs typeface="Times New Roman"/>
                <a:sym typeface="Times New Roman"/>
              </a:rPr>
              <a:t>ovement (NAM)</a:t>
            </a:r>
            <a:endParaRPr sz="1400" b="1" i="0" u="none" strike="noStrike" cap="none">
              <a:solidFill>
                <a:srgbClr val="000000"/>
              </a:solidFill>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b="0" i="0" u="none" strike="noStrike" cap="none">
                <a:solidFill>
                  <a:srgbClr val="000000"/>
                </a:solidFill>
                <a:latin typeface="Times New Roman"/>
                <a:ea typeface="Times New Roman"/>
                <a:cs typeface="Times New Roman"/>
                <a:sym typeface="Times New Roman"/>
              </a:rPr>
              <a:t>Recognition of Bangladesh by a large number of countries including Pakistan, the West, the non-aligned and Muslim countries particularly </a:t>
            </a:r>
            <a:r>
              <a:rPr lang="en-US" sz="2400">
                <a:latin typeface="Times New Roman"/>
                <a:ea typeface="Times New Roman"/>
                <a:cs typeface="Times New Roman"/>
                <a:sym typeface="Times New Roman"/>
              </a:rPr>
              <a:t>Saudi Arabia</a:t>
            </a:r>
            <a:endParaRPr sz="24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400" b="0" i="0" u="none" strike="noStrike" cap="none">
                <a:solidFill>
                  <a:srgbClr val="000000"/>
                </a:solidFill>
                <a:latin typeface="Times New Roman"/>
                <a:ea typeface="Times New Roman"/>
                <a:cs typeface="Times New Roman"/>
                <a:sym typeface="Times New Roman"/>
              </a:rPr>
              <a:t>Bangladesh’s entry into the UN</a:t>
            </a:r>
            <a:r>
              <a:rPr lang="en-US" sz="2400">
                <a:latin typeface="Times New Roman"/>
                <a:ea typeface="Times New Roman"/>
                <a:cs typeface="Times New Roman"/>
                <a:sym typeface="Times New Roman"/>
              </a:rPr>
              <a:t> in 1974</a:t>
            </a:r>
            <a:endParaRPr sz="1400" b="0" i="0" u="none" strike="noStrike" cap="none">
              <a:solidFill>
                <a:srgbClr val="000000"/>
              </a:solidFill>
              <a:latin typeface="Arial"/>
              <a:ea typeface="Arial"/>
              <a:cs typeface="Arial"/>
              <a:sym typeface="Arial"/>
            </a:endParaRPr>
          </a:p>
        </p:txBody>
      </p:sp>
    </p:spTree>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1"/>
          <p:cNvSpPr txBox="1">
            <a:spLocks noGrp="1"/>
          </p:cNvSpPr>
          <p:nvPr>
            <p:ph type="title"/>
          </p:nvPr>
        </p:nvSpPr>
        <p:spPr>
          <a:xfrm>
            <a:off x="1034725" y="91450"/>
            <a:ext cx="12254400" cy="1097400"/>
          </a:xfrm>
          <a:prstGeom prst="rect">
            <a:avLst/>
          </a:prstGeom>
          <a:solidFill>
            <a:schemeClr val="lt2"/>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Open Sans"/>
              <a:buNone/>
            </a:pPr>
            <a:r>
              <a:rPr lang="en-US" sz="3600">
                <a:solidFill>
                  <a:srgbClr val="FF0000"/>
                </a:solidFill>
                <a:latin typeface="Open Sans"/>
                <a:ea typeface="Open Sans"/>
                <a:cs typeface="Open Sans"/>
                <a:sym typeface="Open Sans"/>
              </a:rPr>
              <a:t>         Outcomes of Bangladesh Foreign Policy</a:t>
            </a:r>
            <a:endParaRPr sz="3200" b="1">
              <a:solidFill>
                <a:srgbClr val="FF0000"/>
              </a:solidFill>
              <a:latin typeface="Open Sans"/>
              <a:ea typeface="Open Sans"/>
              <a:cs typeface="Open Sans"/>
              <a:sym typeface="Open Sans"/>
            </a:endParaRPr>
          </a:p>
        </p:txBody>
      </p:sp>
      <p:sp>
        <p:nvSpPr>
          <p:cNvPr id="352" name="Google Shape;352;p11"/>
          <p:cNvSpPr txBox="1"/>
          <p:nvPr/>
        </p:nvSpPr>
        <p:spPr>
          <a:xfrm>
            <a:off x="457200" y="1188850"/>
            <a:ext cx="13716000" cy="7043100"/>
          </a:xfrm>
          <a:prstGeom prst="rect">
            <a:avLst/>
          </a:prstGeom>
          <a:solidFill>
            <a:schemeClr val="accent4"/>
          </a:solidFill>
          <a:ln>
            <a:noFill/>
          </a:ln>
        </p:spPr>
        <p:txBody>
          <a:bodyPr spcFirstLastPara="1" wrap="square" lIns="130600" tIns="65300" rIns="130600" bIns="65300" anchor="t" anchorCtr="0">
            <a:spAutoFit/>
          </a:bodyPr>
          <a:lstStyle/>
          <a:p>
            <a:pPr marL="274320" marR="0" lvl="0" indent="-274320" algn="just" rtl="0">
              <a:lnSpc>
                <a:spcPct val="100000"/>
              </a:lnSpc>
              <a:spcBef>
                <a:spcPts val="0"/>
              </a:spcBef>
              <a:spcAft>
                <a:spcPts val="0"/>
              </a:spcAft>
              <a:buClr>
                <a:srgbClr val="000000"/>
              </a:buClr>
              <a:buSzPts val="2400"/>
              <a:buFont typeface="Arial"/>
              <a:buNone/>
            </a:pPr>
            <a:r>
              <a:rPr lang="en-US" sz="2400" b="1" i="0" u="none" strike="noStrike" cap="none">
                <a:solidFill>
                  <a:srgbClr val="00B050"/>
                </a:solidFill>
                <a:latin typeface="Arial"/>
                <a:ea typeface="Arial"/>
                <a:cs typeface="Arial"/>
                <a:sym typeface="Arial"/>
              </a:rPr>
              <a:t>The Success of Ziaur Rahman (1975-1981) </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a:latin typeface="Times New Roman"/>
                <a:ea typeface="Times New Roman"/>
                <a:cs typeface="Times New Roman"/>
                <a:sym typeface="Times New Roman"/>
              </a:rPr>
              <a:t>Diversification in foreign policy</a:t>
            </a:r>
            <a:endParaRPr sz="2900">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b="0" i="0" u="none" strike="noStrike" cap="none">
                <a:solidFill>
                  <a:srgbClr val="000000"/>
                </a:solidFill>
                <a:latin typeface="Times New Roman"/>
                <a:ea typeface="Times New Roman"/>
                <a:cs typeface="Times New Roman"/>
                <a:sym typeface="Times New Roman"/>
              </a:rPr>
              <a:t>Consolidation and strengthening of the relationship with China</a:t>
            </a:r>
            <a:r>
              <a:rPr lang="en-US" sz="2900">
                <a:latin typeface="Times New Roman"/>
                <a:ea typeface="Times New Roman"/>
                <a:cs typeface="Times New Roman"/>
                <a:sym typeface="Times New Roman"/>
              </a:rPr>
              <a:t>, USA, and Arab countries</a:t>
            </a:r>
            <a:endParaRPr sz="19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b="0" i="0" u="none" strike="noStrike" cap="none">
                <a:solidFill>
                  <a:srgbClr val="000000"/>
                </a:solidFill>
                <a:latin typeface="Times New Roman"/>
                <a:ea typeface="Times New Roman"/>
                <a:cs typeface="Times New Roman"/>
                <a:sym typeface="Times New Roman"/>
              </a:rPr>
              <a:t>Positive initiatives for resolution of outstanding issues with India particularly during the time of Prime Minister Moraji Desai. </a:t>
            </a:r>
            <a:endParaRPr sz="19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a:latin typeface="Times New Roman"/>
                <a:ea typeface="Times New Roman"/>
                <a:cs typeface="Times New Roman"/>
                <a:sym typeface="Times New Roman"/>
              </a:rPr>
              <a:t>Outlining the f</a:t>
            </a:r>
            <a:r>
              <a:rPr lang="en-US" sz="2900" b="0" i="0" u="none" strike="noStrike" cap="none">
                <a:solidFill>
                  <a:srgbClr val="000000"/>
                </a:solidFill>
                <a:latin typeface="Times New Roman"/>
                <a:ea typeface="Times New Roman"/>
                <a:cs typeface="Times New Roman"/>
                <a:sym typeface="Times New Roman"/>
              </a:rPr>
              <a:t>ormation of SAARC</a:t>
            </a:r>
            <a:r>
              <a:rPr lang="en-US" sz="2900">
                <a:latin typeface="Times New Roman"/>
                <a:ea typeface="Times New Roman"/>
                <a:cs typeface="Times New Roman"/>
                <a:sym typeface="Times New Roman"/>
              </a:rPr>
              <a:t> comprising </a:t>
            </a:r>
            <a:r>
              <a:rPr lang="en-US" sz="2900" b="0" i="0" u="none" strike="noStrike" cap="none">
                <a:solidFill>
                  <a:srgbClr val="000000"/>
                </a:solidFill>
                <a:latin typeface="Times New Roman"/>
                <a:ea typeface="Times New Roman"/>
                <a:cs typeface="Times New Roman"/>
                <a:sym typeface="Times New Roman"/>
              </a:rPr>
              <a:t>South Asian countries. </a:t>
            </a:r>
            <a:endParaRPr sz="19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a:latin typeface="Times New Roman"/>
                <a:ea typeface="Times New Roman"/>
                <a:cs typeface="Times New Roman"/>
                <a:sym typeface="Times New Roman"/>
              </a:rPr>
              <a:t>N</a:t>
            </a:r>
            <a:r>
              <a:rPr lang="en-US" sz="2900" b="0" i="0" u="none" strike="noStrike" cap="none">
                <a:solidFill>
                  <a:srgbClr val="000000"/>
                </a:solidFill>
                <a:latin typeface="Times New Roman"/>
                <a:ea typeface="Times New Roman"/>
                <a:cs typeface="Times New Roman"/>
                <a:sym typeface="Times New Roman"/>
              </a:rPr>
              <a:t>on-permanent membership of Bangladesh </a:t>
            </a:r>
            <a:r>
              <a:rPr lang="en-US" sz="2900">
                <a:latin typeface="Times New Roman"/>
                <a:ea typeface="Times New Roman"/>
                <a:cs typeface="Times New Roman"/>
                <a:sym typeface="Times New Roman"/>
              </a:rPr>
              <a:t>in </a:t>
            </a:r>
            <a:r>
              <a:rPr lang="en-US" sz="2900" b="0" i="0" u="none" strike="noStrike" cap="none">
                <a:solidFill>
                  <a:srgbClr val="000000"/>
                </a:solidFill>
                <a:latin typeface="Times New Roman"/>
                <a:ea typeface="Times New Roman"/>
                <a:cs typeface="Times New Roman"/>
                <a:sym typeface="Times New Roman"/>
              </a:rPr>
              <a:t>the UN Security Council. </a:t>
            </a:r>
            <a:endParaRPr sz="19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000000"/>
              </a:buClr>
              <a:buSzPts val="2400"/>
              <a:buFont typeface="Arial"/>
              <a:buNone/>
            </a:pPr>
            <a:r>
              <a:rPr lang="en-US" sz="2400" b="1" i="0" u="none" strike="noStrike" cap="none">
                <a:solidFill>
                  <a:srgbClr val="00B050"/>
                </a:solidFill>
                <a:latin typeface="Arial"/>
                <a:ea typeface="Arial"/>
                <a:cs typeface="Arial"/>
                <a:sym typeface="Arial"/>
              </a:rPr>
              <a:t>The Success of H M Ershad (1981-1990) </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b="0" i="0" u="none" strike="noStrike" cap="none">
                <a:solidFill>
                  <a:srgbClr val="000000"/>
                </a:solidFill>
                <a:latin typeface="Times New Roman"/>
                <a:ea typeface="Times New Roman"/>
                <a:cs typeface="Times New Roman"/>
                <a:sym typeface="Times New Roman"/>
              </a:rPr>
              <a:t>The foreign policy under Ershad did not significantly deviate from what it was under Ziaur Rahman. </a:t>
            </a:r>
            <a:endParaRPr sz="19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b="0" i="0" u="none" strike="noStrike" cap="none">
                <a:solidFill>
                  <a:srgbClr val="000000"/>
                </a:solidFill>
                <a:latin typeface="Times New Roman"/>
                <a:ea typeface="Times New Roman"/>
                <a:cs typeface="Times New Roman"/>
                <a:sym typeface="Times New Roman"/>
              </a:rPr>
              <a:t>Ersahd declared Islam the state of the religion that strengthened relation with Muslim states</a:t>
            </a:r>
            <a:endParaRPr sz="19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b="0" i="0" u="none" strike="noStrike" cap="none">
                <a:solidFill>
                  <a:srgbClr val="000000"/>
                </a:solidFill>
                <a:latin typeface="Times New Roman"/>
                <a:ea typeface="Times New Roman"/>
                <a:cs typeface="Times New Roman"/>
                <a:sym typeface="Times New Roman"/>
              </a:rPr>
              <a:t>The regional organization: SAARC  was formally formed in the time of Ershad</a:t>
            </a:r>
            <a:r>
              <a:rPr lang="en-US" sz="2900">
                <a:latin typeface="Times New Roman"/>
                <a:ea typeface="Times New Roman"/>
                <a:cs typeface="Times New Roman"/>
                <a:sym typeface="Times New Roman"/>
              </a:rPr>
              <a:t> (in 1985)</a:t>
            </a:r>
            <a:endParaRPr sz="19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252"/>
              <a:buFont typeface="Times New Roman"/>
              <a:buChar char="❑"/>
            </a:pPr>
            <a:r>
              <a:rPr lang="en-US" sz="2900" b="0" i="0" u="none" strike="noStrike" cap="none">
                <a:solidFill>
                  <a:srgbClr val="000000"/>
                </a:solidFill>
                <a:latin typeface="Times New Roman"/>
                <a:ea typeface="Times New Roman"/>
                <a:cs typeface="Times New Roman"/>
                <a:sym typeface="Times New Roman"/>
              </a:rPr>
              <a:t>Bangladesh Army started to work in the UN Peace Keeping Mission.</a:t>
            </a:r>
            <a:endParaRPr sz="1900" b="0" i="0" u="none" strike="noStrike" cap="none">
              <a:solidFill>
                <a:srgbClr val="000000"/>
              </a:solidFill>
              <a:latin typeface="Times New Roman"/>
              <a:ea typeface="Times New Roman"/>
              <a:cs typeface="Times New Roman"/>
              <a:sym typeface="Times New Roman"/>
            </a:endParaRP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2"/>
          <p:cNvSpPr txBox="1">
            <a:spLocks noGrp="1"/>
          </p:cNvSpPr>
          <p:nvPr>
            <p:ph type="title"/>
          </p:nvPr>
        </p:nvSpPr>
        <p:spPr>
          <a:xfrm>
            <a:off x="1876925" y="0"/>
            <a:ext cx="11412600" cy="990600"/>
          </a:xfrm>
          <a:prstGeom prst="rect">
            <a:avLst/>
          </a:prstGeom>
          <a:solidFill>
            <a:schemeClr val="lt2"/>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Open Sans"/>
              <a:buNone/>
            </a:pPr>
            <a:r>
              <a:rPr lang="en-US" sz="3600">
                <a:solidFill>
                  <a:srgbClr val="FF0000"/>
                </a:solidFill>
                <a:latin typeface="Open Sans"/>
                <a:ea typeface="Open Sans"/>
                <a:cs typeface="Open Sans"/>
                <a:sym typeface="Open Sans"/>
              </a:rPr>
              <a:t>     Outcomes of Bangladesh Foreign Policy</a:t>
            </a:r>
            <a:endParaRPr sz="4000" b="1">
              <a:solidFill>
                <a:srgbClr val="FF0000"/>
              </a:solidFill>
              <a:latin typeface="Open Sans"/>
              <a:ea typeface="Open Sans"/>
              <a:cs typeface="Open Sans"/>
              <a:sym typeface="Open Sans"/>
            </a:endParaRPr>
          </a:p>
        </p:txBody>
      </p:sp>
      <p:sp>
        <p:nvSpPr>
          <p:cNvPr id="358" name="Google Shape;358;p12"/>
          <p:cNvSpPr txBox="1"/>
          <p:nvPr/>
        </p:nvSpPr>
        <p:spPr>
          <a:xfrm>
            <a:off x="0" y="834175"/>
            <a:ext cx="14630400" cy="7535700"/>
          </a:xfrm>
          <a:prstGeom prst="rect">
            <a:avLst/>
          </a:prstGeom>
          <a:solidFill>
            <a:schemeClr val="accent4"/>
          </a:solidFill>
          <a:ln>
            <a:noFill/>
          </a:ln>
        </p:spPr>
        <p:txBody>
          <a:bodyPr spcFirstLastPara="1" wrap="square" lIns="130600" tIns="65300" rIns="130600" bIns="65300" anchor="t" anchorCtr="0">
            <a:spAutoFit/>
          </a:bodyPr>
          <a:lstStyle/>
          <a:p>
            <a:pPr marL="274320" marR="0" lvl="0" indent="-274320" algn="just"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Open Sans"/>
                <a:ea typeface="Open Sans"/>
                <a:cs typeface="Open Sans"/>
                <a:sym typeface="Open Sans"/>
              </a:rPr>
              <a:t> </a:t>
            </a:r>
            <a:r>
              <a:rPr lang="en-US" sz="2400" b="1" i="0" u="none" strike="noStrike" cap="none">
                <a:solidFill>
                  <a:srgbClr val="00B050"/>
                </a:solidFill>
                <a:latin typeface="Arial"/>
                <a:ea typeface="Arial"/>
                <a:cs typeface="Arial"/>
                <a:sym typeface="Arial"/>
              </a:rPr>
              <a:t>The Success of Khaleda Zia (1991-1996) </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B13F9A"/>
              </a:buClr>
              <a:buSzPts val="2052"/>
              <a:buFont typeface="Times New Roman"/>
              <a:buChar char="❑"/>
            </a:pPr>
            <a:r>
              <a:rPr lang="en-US" sz="2700" b="0" i="0" u="none" strike="noStrike" cap="none">
                <a:solidFill>
                  <a:srgbClr val="000000"/>
                </a:solidFill>
                <a:latin typeface="Times New Roman"/>
                <a:ea typeface="Times New Roman"/>
                <a:cs typeface="Times New Roman"/>
                <a:sym typeface="Times New Roman"/>
              </a:rPr>
              <a:t>In the wave of globalization and privatization, Bangladesh moved towards enhancing trade and investment for economic development.  </a:t>
            </a:r>
            <a:endParaRPr sz="17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052"/>
              <a:buFont typeface="Times New Roman"/>
              <a:buChar char="❑"/>
            </a:pPr>
            <a:r>
              <a:rPr lang="en-US" sz="2700" b="0" i="0" u="none" strike="noStrike" cap="none">
                <a:solidFill>
                  <a:srgbClr val="000000"/>
                </a:solidFill>
                <a:latin typeface="Times New Roman"/>
                <a:ea typeface="Times New Roman"/>
                <a:cs typeface="Times New Roman"/>
                <a:sym typeface="Times New Roman"/>
              </a:rPr>
              <a:t>The policymakers of Bangladesh would come closer to India for regional and bilateral economic cooperation. </a:t>
            </a:r>
            <a:endParaRPr sz="17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052"/>
              <a:buFont typeface="Times New Roman"/>
              <a:buChar char="❑"/>
            </a:pPr>
            <a:r>
              <a:rPr lang="en-US" sz="2700" b="0" i="0" u="none" strike="noStrike" cap="none">
                <a:solidFill>
                  <a:srgbClr val="000000"/>
                </a:solidFill>
                <a:latin typeface="Times New Roman"/>
                <a:ea typeface="Times New Roman"/>
                <a:cs typeface="Times New Roman"/>
                <a:sym typeface="Times New Roman"/>
              </a:rPr>
              <a:t>India handed over the Tin Bigha Corridor on a lease and opened it for use by Bangladeshi passengers and vehicular traffic in 1992.</a:t>
            </a:r>
            <a:endParaRPr sz="17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000000"/>
              </a:buClr>
              <a:buSzPts val="2400"/>
              <a:buFont typeface="Arial"/>
              <a:buNone/>
            </a:pPr>
            <a:r>
              <a:rPr lang="en-US" sz="2400" b="1" i="0" u="none" strike="noStrike" cap="none">
                <a:solidFill>
                  <a:srgbClr val="00B050"/>
                </a:solidFill>
                <a:latin typeface="Arial"/>
                <a:ea typeface="Arial"/>
                <a:cs typeface="Arial"/>
                <a:sym typeface="Arial"/>
              </a:rPr>
              <a:t>The Success of Sheikh Hasina (1996-2001) </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B13F9A"/>
              </a:buClr>
              <a:buSzPts val="2052"/>
              <a:buFont typeface="Times New Roman"/>
              <a:buChar char="❑"/>
            </a:pPr>
            <a:r>
              <a:rPr lang="en-US" sz="2700" b="0" i="0" u="none" strike="noStrike" cap="none">
                <a:solidFill>
                  <a:srgbClr val="000000"/>
                </a:solidFill>
                <a:latin typeface="Times New Roman"/>
                <a:ea typeface="Times New Roman"/>
                <a:cs typeface="Times New Roman"/>
                <a:sym typeface="Times New Roman"/>
              </a:rPr>
              <a:t>Landmark treaty on sharing of the Ganga water with India</a:t>
            </a:r>
            <a:r>
              <a:rPr lang="en-US" sz="2700">
                <a:latin typeface="Times New Roman"/>
                <a:ea typeface="Times New Roman"/>
                <a:cs typeface="Times New Roman"/>
                <a:sym typeface="Times New Roman"/>
              </a:rPr>
              <a:t> in 1996</a:t>
            </a:r>
            <a:endParaRPr sz="17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2052"/>
              <a:buFont typeface="Times New Roman"/>
              <a:buChar char="❑"/>
            </a:pPr>
            <a:r>
              <a:rPr lang="en-US" sz="2700" b="0" i="0" u="none" strike="noStrike" cap="none">
                <a:solidFill>
                  <a:srgbClr val="000000"/>
                </a:solidFill>
                <a:latin typeface="Times New Roman"/>
                <a:ea typeface="Times New Roman"/>
                <a:cs typeface="Times New Roman"/>
                <a:sym typeface="Times New Roman"/>
              </a:rPr>
              <a:t>The signing of a historic agreement with Shanti Bahini in CHT</a:t>
            </a:r>
            <a:r>
              <a:rPr lang="en-US" sz="2700">
                <a:latin typeface="Times New Roman"/>
                <a:ea typeface="Times New Roman"/>
                <a:cs typeface="Times New Roman"/>
                <a:sym typeface="Times New Roman"/>
              </a:rPr>
              <a:t> in 1997</a:t>
            </a:r>
            <a:r>
              <a:rPr lang="en-US" sz="2700" b="0" i="0" u="none" strike="noStrike" cap="none">
                <a:solidFill>
                  <a:srgbClr val="000000"/>
                </a:solidFill>
                <a:latin typeface="Times New Roman"/>
                <a:ea typeface="Times New Roman"/>
                <a:cs typeface="Times New Roman"/>
                <a:sym typeface="Times New Roman"/>
              </a:rPr>
              <a:t> </a:t>
            </a:r>
            <a:endParaRPr sz="17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752"/>
              <a:buFont typeface="Noto Sans Symbols"/>
              <a:buChar char="❑"/>
            </a:pPr>
            <a:r>
              <a:rPr lang="en-US" sz="2700" b="0" i="0" u="none" strike="noStrike" cap="none">
                <a:solidFill>
                  <a:srgbClr val="000000"/>
                </a:solidFill>
                <a:latin typeface="Times New Roman"/>
                <a:ea typeface="Times New Roman"/>
                <a:cs typeface="Times New Roman"/>
                <a:sym typeface="Times New Roman"/>
              </a:rPr>
              <a:t>India and Bangladesh started to liberalize at a rapid pace with the deficit in formal trade rising.</a:t>
            </a:r>
            <a:r>
              <a:rPr lang="en-US" sz="2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000000"/>
              </a:buClr>
              <a:buSzPts val="2400"/>
              <a:buFont typeface="Arial"/>
              <a:buNone/>
            </a:pPr>
            <a:r>
              <a:rPr lang="en-US" sz="2400" b="1" i="0" u="none" strike="noStrike" cap="none">
                <a:solidFill>
                  <a:srgbClr val="00B050"/>
                </a:solidFill>
                <a:latin typeface="Arial"/>
                <a:ea typeface="Arial"/>
                <a:cs typeface="Arial"/>
                <a:sym typeface="Arial"/>
              </a:rPr>
              <a:t>The Success of Khaleda Zia (2001-2006) </a:t>
            </a:r>
            <a:endParaRPr sz="1400" b="0" i="0" u="none" strike="noStrike" cap="none">
              <a:solidFill>
                <a:srgbClr val="000000"/>
              </a:solidFill>
              <a:latin typeface="Arial"/>
              <a:ea typeface="Arial"/>
              <a:cs typeface="Arial"/>
              <a:sym typeface="Arial"/>
            </a:endParaRPr>
          </a:p>
          <a:p>
            <a:pPr marL="274320" marR="0" lvl="0" indent="-274320" algn="just" rtl="0">
              <a:lnSpc>
                <a:spcPct val="100000"/>
              </a:lnSpc>
              <a:spcBef>
                <a:spcPts val="0"/>
              </a:spcBef>
              <a:spcAft>
                <a:spcPts val="0"/>
              </a:spcAft>
              <a:buClr>
                <a:srgbClr val="B13F9A"/>
              </a:buClr>
              <a:buSzPts val="1952"/>
              <a:buFont typeface="Times New Roman"/>
              <a:buChar char="❑"/>
            </a:pPr>
            <a:r>
              <a:rPr lang="en-US" sz="2600" b="0" i="0" u="none" strike="noStrike" cap="none">
                <a:solidFill>
                  <a:srgbClr val="000000"/>
                </a:solidFill>
                <a:latin typeface="Times New Roman"/>
                <a:ea typeface="Times New Roman"/>
                <a:cs typeface="Times New Roman"/>
                <a:sym typeface="Times New Roman"/>
              </a:rPr>
              <a:t>Look East Policy</a:t>
            </a:r>
            <a:endParaRPr sz="16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952"/>
              <a:buFont typeface="Times New Roman"/>
              <a:buChar char="❑"/>
            </a:pPr>
            <a:r>
              <a:rPr lang="en-US" sz="2600" b="0" i="0" u="none" strike="noStrike" cap="none">
                <a:solidFill>
                  <a:srgbClr val="000000"/>
                </a:solidFill>
                <a:latin typeface="Times New Roman"/>
                <a:ea typeface="Times New Roman"/>
                <a:cs typeface="Times New Roman"/>
                <a:sym typeface="Times New Roman"/>
              </a:rPr>
              <a:t>Strong Relations with OIC countries and China </a:t>
            </a:r>
            <a:endParaRPr sz="1600" b="0" i="0" u="none" strike="noStrike" cap="none">
              <a:solidFill>
                <a:srgbClr val="000000"/>
              </a:solidFill>
              <a:latin typeface="Times New Roman"/>
              <a:ea typeface="Times New Roman"/>
              <a:cs typeface="Times New Roman"/>
              <a:sym typeface="Times New Roman"/>
            </a:endParaRPr>
          </a:p>
          <a:p>
            <a:pPr marL="274320" marR="0" lvl="0" indent="-274320" algn="just" rtl="0">
              <a:lnSpc>
                <a:spcPct val="100000"/>
              </a:lnSpc>
              <a:spcBef>
                <a:spcPts val="0"/>
              </a:spcBef>
              <a:spcAft>
                <a:spcPts val="0"/>
              </a:spcAft>
              <a:buClr>
                <a:srgbClr val="B13F9A"/>
              </a:buClr>
              <a:buSzPts val="1952"/>
              <a:buFont typeface="Times New Roman"/>
              <a:buChar char="❑"/>
            </a:pPr>
            <a:r>
              <a:rPr lang="en-US" sz="2600" b="0" i="0" u="none" strike="noStrike" cap="none">
                <a:solidFill>
                  <a:srgbClr val="000000"/>
                </a:solidFill>
                <a:latin typeface="Times New Roman"/>
                <a:ea typeface="Times New Roman"/>
                <a:cs typeface="Times New Roman"/>
                <a:sym typeface="Times New Roman"/>
              </a:rPr>
              <a:t>Transit, Transshipment and Gas Pipeline</a:t>
            </a:r>
            <a:endParaRPr sz="1600" b="0" i="0" u="none" strike="noStrike" cap="none">
              <a:solidFill>
                <a:srgbClr val="000000"/>
              </a:solidFill>
              <a:latin typeface="Times New Roman"/>
              <a:ea typeface="Times New Roman"/>
              <a:cs typeface="Times New Roman"/>
              <a:sym typeface="Times New Roman"/>
            </a:endParaRPr>
          </a:p>
          <a:p>
            <a:pPr marL="0" marR="0" lvl="1" indent="0" algn="just" rtl="0">
              <a:lnSpc>
                <a:spcPct val="100000"/>
              </a:lnSpc>
              <a:spcBef>
                <a:spcPts val="0"/>
              </a:spcBef>
              <a:spcAft>
                <a:spcPts val="0"/>
              </a:spcAft>
              <a:buClr>
                <a:schemeClr val="dk1"/>
              </a:buClr>
              <a:buSzPts val="3200"/>
              <a:buFont typeface="Calibri"/>
              <a:buNone/>
            </a:pPr>
            <a:endParaRPr sz="3200" b="0" i="0" u="none" strike="noStrike" cap="none">
              <a:solidFill>
                <a:schemeClr val="dk1"/>
              </a:solidFill>
              <a:latin typeface="Open Sans"/>
              <a:ea typeface="Open Sans"/>
              <a:cs typeface="Open Sans"/>
              <a:sym typeface="Open Sans"/>
            </a:endParaRPr>
          </a:p>
        </p:txBody>
      </p:sp>
    </p:spTree>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4D4"/>
        </a:solidFill>
        <a:effectLst/>
      </p:bgPr>
    </p:bg>
    <p:spTree>
      <p:nvGrpSpPr>
        <p:cNvPr id="1" name="Shape 362"/>
        <p:cNvGrpSpPr/>
        <p:nvPr/>
      </p:nvGrpSpPr>
      <p:grpSpPr>
        <a:xfrm>
          <a:off x="0" y="0"/>
          <a:ext cx="0" cy="0"/>
          <a:chOff x="0" y="0"/>
          <a:chExt cx="0" cy="0"/>
        </a:xfrm>
      </p:grpSpPr>
      <p:sp>
        <p:nvSpPr>
          <p:cNvPr id="363" name="Google Shape;363;p13"/>
          <p:cNvSpPr txBox="1">
            <a:spLocks noGrp="1"/>
          </p:cNvSpPr>
          <p:nvPr>
            <p:ph type="title"/>
          </p:nvPr>
        </p:nvSpPr>
        <p:spPr>
          <a:xfrm>
            <a:off x="228600" y="182880"/>
            <a:ext cx="13670280"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600"/>
              <a:buFont typeface="Open Sans"/>
              <a:buNone/>
            </a:pPr>
            <a:r>
              <a:rPr lang="en-US" sz="3600">
                <a:solidFill>
                  <a:srgbClr val="FF0000"/>
                </a:solidFill>
                <a:latin typeface="Open Sans"/>
                <a:ea typeface="Open Sans"/>
                <a:cs typeface="Open Sans"/>
                <a:sym typeface="Open Sans"/>
              </a:rPr>
              <a:t>Outcomes of Bangladesh Foreign Policy</a:t>
            </a:r>
            <a:endParaRPr sz="4000" b="1">
              <a:solidFill>
                <a:srgbClr val="FF0000"/>
              </a:solidFill>
              <a:latin typeface="Open Sans"/>
              <a:ea typeface="Open Sans"/>
              <a:cs typeface="Open Sans"/>
              <a:sym typeface="Open Sans"/>
            </a:endParaRPr>
          </a:p>
        </p:txBody>
      </p:sp>
      <p:sp>
        <p:nvSpPr>
          <p:cNvPr id="364" name="Google Shape;364;p13"/>
          <p:cNvSpPr txBox="1">
            <a:spLocks noGrp="1"/>
          </p:cNvSpPr>
          <p:nvPr>
            <p:ph type="body" idx="1"/>
          </p:nvPr>
        </p:nvSpPr>
        <p:spPr>
          <a:xfrm>
            <a:off x="457200" y="1217605"/>
            <a:ext cx="13716000" cy="6675000"/>
          </a:xfrm>
          <a:prstGeom prst="rect">
            <a:avLst/>
          </a:prstGeom>
          <a:solidFill>
            <a:schemeClr val="accent4"/>
          </a:solidFill>
          <a:ln>
            <a:noFill/>
          </a:ln>
        </p:spPr>
        <p:txBody>
          <a:bodyPr spcFirstLastPara="1" wrap="square" lIns="91425" tIns="45700" rIns="91425" bIns="45700" anchor="t" anchorCtr="0">
            <a:normAutofit lnSpcReduction="10000"/>
          </a:bodyPr>
          <a:lstStyle/>
          <a:p>
            <a:pPr marL="311150" lvl="0" indent="-311150" algn="just" rtl="0">
              <a:lnSpc>
                <a:spcPct val="100000"/>
              </a:lnSpc>
              <a:spcBef>
                <a:spcPts val="0"/>
              </a:spcBef>
              <a:spcAft>
                <a:spcPts val="0"/>
              </a:spcAft>
              <a:buClr>
                <a:srgbClr val="B13F9A"/>
              </a:buClr>
              <a:buSzPct val="73000"/>
              <a:buNone/>
            </a:pPr>
            <a:r>
              <a:rPr lang="en-US" sz="2400" b="1">
                <a:solidFill>
                  <a:srgbClr val="00B050"/>
                </a:solidFill>
                <a:latin typeface="Arial"/>
                <a:ea typeface="Arial"/>
                <a:cs typeface="Arial"/>
                <a:sym typeface="Arial"/>
              </a:rPr>
              <a:t>Recent Achievements (2008 – up to present)</a:t>
            </a:r>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Delimitation of the maritime Boundary between Bangladesh, India and Myanmar in 2014. </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Bangladesh-India Land Boundary Agreement (LBA) in 2015 </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Prime Minister Sheikh Hasina received the </a:t>
            </a:r>
            <a:r>
              <a:rPr lang="en-US" sz="3016" b="1">
                <a:solidFill>
                  <a:srgbClr val="000000"/>
                </a:solidFill>
                <a:latin typeface="Times New Roman"/>
                <a:ea typeface="Times New Roman"/>
                <a:cs typeface="Times New Roman"/>
                <a:sym typeface="Times New Roman"/>
              </a:rPr>
              <a:t>South-South Award, Champion of the Earth</a:t>
            </a:r>
            <a:r>
              <a:rPr lang="en-US" sz="3016">
                <a:solidFill>
                  <a:srgbClr val="000000"/>
                </a:solidFill>
                <a:latin typeface="Times New Roman"/>
                <a:ea typeface="Times New Roman"/>
                <a:cs typeface="Times New Roman"/>
                <a:sym typeface="Times New Roman"/>
              </a:rPr>
              <a:t>, and many International awards. </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 Bangladesh’s active role in many international organizations. </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Bangladesh’s  successful control over terrorism activities. </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Increase in migration and remittance in recent times.</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6"/>
              <a:buFont typeface="Times New Roman"/>
              <a:buChar char="❑"/>
            </a:pPr>
            <a:r>
              <a:rPr lang="en-US" sz="3016">
                <a:solidFill>
                  <a:srgbClr val="000000"/>
                </a:solidFill>
                <a:latin typeface="Times New Roman"/>
                <a:ea typeface="Times New Roman"/>
                <a:cs typeface="Times New Roman"/>
                <a:sym typeface="Times New Roman"/>
              </a:rPr>
              <a:t>Economic Aid and Cooperation from China, Japan, the World Bank, and India have increased. </a:t>
            </a:r>
            <a:endParaRPr sz="2416">
              <a:latin typeface="Times New Roman"/>
              <a:ea typeface="Times New Roman"/>
              <a:cs typeface="Times New Roman"/>
              <a:sym typeface="Times New Roman"/>
            </a:endParaRPr>
          </a:p>
          <a:p>
            <a:pPr marL="311150" lvl="1" indent="-311189" algn="just" rtl="0">
              <a:lnSpc>
                <a:spcPct val="100000"/>
              </a:lnSpc>
              <a:spcBef>
                <a:spcPts val="688"/>
              </a:spcBef>
              <a:spcAft>
                <a:spcPts val="0"/>
              </a:spcAft>
              <a:buClr>
                <a:srgbClr val="B13F9A"/>
              </a:buClr>
              <a:buSzPct val="78515"/>
              <a:buFont typeface="Times New Roman"/>
              <a:buChar char="❑"/>
            </a:pPr>
            <a:r>
              <a:rPr lang="en-US" sz="3016">
                <a:solidFill>
                  <a:srgbClr val="000000"/>
                </a:solidFill>
                <a:latin typeface="Times New Roman"/>
                <a:ea typeface="Times New Roman"/>
                <a:cs typeface="Times New Roman"/>
                <a:sym typeface="Times New Roman"/>
              </a:rPr>
              <a:t>The </a:t>
            </a:r>
            <a:r>
              <a:rPr lang="en-US" sz="3016" b="1">
                <a:solidFill>
                  <a:srgbClr val="000000"/>
                </a:solidFill>
                <a:latin typeface="Times New Roman"/>
                <a:ea typeface="Times New Roman"/>
                <a:cs typeface="Times New Roman"/>
                <a:sym typeface="Times New Roman"/>
              </a:rPr>
              <a:t>Bangabandhu Satellite-1</a:t>
            </a:r>
            <a:r>
              <a:rPr lang="en-US" sz="3016">
                <a:solidFill>
                  <a:srgbClr val="000000"/>
                </a:solidFill>
                <a:latin typeface="Times New Roman"/>
                <a:ea typeface="Times New Roman"/>
                <a:cs typeface="Times New Roman"/>
                <a:sym typeface="Times New Roman"/>
              </a:rPr>
              <a:t>, 1st Bangladeshi geostationary communications and Broadcasting Satellite launched in 2018.</a:t>
            </a:r>
            <a:endParaRPr sz="3016">
              <a:solidFill>
                <a:srgbClr val="000000"/>
              </a:solidFill>
              <a:latin typeface="Times New Roman"/>
              <a:ea typeface="Times New Roman"/>
              <a:cs typeface="Times New Roman"/>
              <a:sym typeface="Times New Roman"/>
            </a:endParaRPr>
          </a:p>
          <a:p>
            <a:pPr marL="0" lvl="0" indent="0" algn="just" rtl="0">
              <a:lnSpc>
                <a:spcPct val="100000"/>
              </a:lnSpc>
              <a:spcBef>
                <a:spcPts val="688"/>
              </a:spcBef>
              <a:spcAft>
                <a:spcPts val="0"/>
              </a:spcAft>
              <a:buNone/>
            </a:pPr>
            <a:r>
              <a:rPr lang="en-US" sz="3016">
                <a:solidFill>
                  <a:srgbClr val="000000"/>
                </a:solidFill>
                <a:latin typeface="Times New Roman"/>
                <a:ea typeface="Times New Roman"/>
                <a:cs typeface="Times New Roman"/>
                <a:sym typeface="Times New Roman"/>
              </a:rPr>
              <a:t> </a:t>
            </a:r>
            <a:endParaRPr sz="2416">
              <a:latin typeface="Times New Roman"/>
              <a:ea typeface="Times New Roman"/>
              <a:cs typeface="Times New Roman"/>
              <a:sym typeface="Times New Roman"/>
            </a:endParaRPr>
          </a:p>
          <a:p>
            <a:pPr marL="822960" lvl="1" indent="-274320" algn="just" rtl="0">
              <a:lnSpc>
                <a:spcPct val="90000"/>
              </a:lnSpc>
              <a:spcBef>
                <a:spcPts val="600"/>
              </a:spcBef>
              <a:spcAft>
                <a:spcPts val="0"/>
              </a:spcAft>
              <a:buClr>
                <a:schemeClr val="dk1"/>
              </a:buClr>
              <a:buSzPct val="100000"/>
              <a:buNone/>
            </a:pPr>
            <a:endParaRPr sz="2800">
              <a:latin typeface="Open Sans"/>
              <a:ea typeface="Open Sans"/>
              <a:cs typeface="Open Sans"/>
              <a:sym typeface="Open Sans"/>
            </a:endParaRPr>
          </a:p>
          <a:p>
            <a:pPr marL="274320" lvl="0" indent="-60960" algn="just" rtl="0">
              <a:lnSpc>
                <a:spcPct val="90000"/>
              </a:lnSpc>
              <a:spcBef>
                <a:spcPts val="1200"/>
              </a:spcBef>
              <a:spcAft>
                <a:spcPts val="0"/>
              </a:spcAft>
              <a:buClr>
                <a:schemeClr val="dk1"/>
              </a:buClr>
              <a:buSzPct val="159998"/>
              <a:buNone/>
            </a:pPr>
            <a:endParaRPr/>
          </a:p>
          <a:p>
            <a:pPr marL="274320" lvl="0" indent="-60960" algn="just" rtl="0">
              <a:lnSpc>
                <a:spcPct val="90000"/>
              </a:lnSpc>
              <a:spcBef>
                <a:spcPts val="1200"/>
              </a:spcBef>
              <a:spcAft>
                <a:spcPts val="1900"/>
              </a:spcAft>
              <a:buClr>
                <a:schemeClr val="dk1"/>
              </a:buClr>
              <a:buSzPct val="159998"/>
              <a:buNone/>
            </a:pPr>
            <a:endParaRPr/>
          </a:p>
        </p:txBody>
      </p:sp>
    </p:spTree>
  </p:cSld>
  <p:clrMapOvr>
    <a:masterClrMapping/>
  </p:clrMapOvr>
  <p:transition>
    <p:zoom dir="in"/>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4"/>
          <p:cNvSpPr txBox="1">
            <a:spLocks noGrp="1"/>
          </p:cNvSpPr>
          <p:nvPr>
            <p:ph type="title"/>
          </p:nvPr>
        </p:nvSpPr>
        <p:spPr>
          <a:xfrm>
            <a:off x="1130975" y="182875"/>
            <a:ext cx="12768000" cy="1188600"/>
          </a:xfrm>
          <a:prstGeom prst="rect">
            <a:avLst/>
          </a:prstGeom>
          <a:solidFill>
            <a:schemeClr val="accent4"/>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Open Sans"/>
              <a:buNone/>
            </a:pPr>
            <a:r>
              <a:rPr lang="en-US" sz="4000">
                <a:solidFill>
                  <a:srgbClr val="FF0000"/>
                </a:solidFill>
                <a:latin typeface="Open Sans"/>
                <a:ea typeface="Open Sans"/>
                <a:cs typeface="Open Sans"/>
                <a:sym typeface="Open Sans"/>
              </a:rPr>
              <a:t>Challenges or Problems of Bangladesh Foreign Policys</a:t>
            </a:r>
            <a:endParaRPr/>
          </a:p>
        </p:txBody>
      </p:sp>
      <p:sp>
        <p:nvSpPr>
          <p:cNvPr id="370" name="Google Shape;370;p14"/>
          <p:cNvSpPr txBox="1">
            <a:spLocks noGrp="1"/>
          </p:cNvSpPr>
          <p:nvPr>
            <p:ph type="body" idx="1"/>
          </p:nvPr>
        </p:nvSpPr>
        <p:spPr>
          <a:xfrm>
            <a:off x="120325" y="1554475"/>
            <a:ext cx="14389800" cy="6675000"/>
          </a:xfrm>
          <a:prstGeom prst="rect">
            <a:avLst/>
          </a:prstGeom>
          <a:solidFill>
            <a:schemeClr val="dk1"/>
          </a:solidFill>
          <a:ln>
            <a:noFill/>
          </a:ln>
        </p:spPr>
        <p:txBody>
          <a:bodyPr spcFirstLastPara="1" wrap="square" lIns="91425" tIns="45700" rIns="91425" bIns="45700" anchor="t" anchorCtr="0">
            <a:normAutofit/>
          </a:bodyPr>
          <a:lstStyle/>
          <a:p>
            <a:pPr marL="311150" lvl="0" indent="-311150" algn="just" rtl="0">
              <a:lnSpc>
                <a:spcPct val="100000"/>
              </a:lnSpc>
              <a:spcBef>
                <a:spcPts val="0"/>
              </a:spcBef>
              <a:spcAft>
                <a:spcPts val="0"/>
              </a:spcAft>
              <a:buClr>
                <a:srgbClr val="B13F9A"/>
              </a:buClr>
              <a:buSzPts val="1752"/>
              <a:buFont typeface="Noto Sans Symbols"/>
              <a:buChar char="❑"/>
            </a:pPr>
            <a:r>
              <a:rPr lang="en-US" sz="2400" b="1">
                <a:solidFill>
                  <a:srgbClr val="000000"/>
                </a:solidFill>
                <a:latin typeface="Open Sans"/>
                <a:ea typeface="Open Sans"/>
                <a:cs typeface="Open Sans"/>
                <a:sym typeface="Open Sans"/>
              </a:rPr>
              <a:t>Rohingya Crisis:  </a:t>
            </a:r>
            <a:r>
              <a:rPr lang="en-US" sz="2400">
                <a:solidFill>
                  <a:srgbClr val="000000"/>
                </a:solidFill>
                <a:latin typeface="Open Sans"/>
                <a:ea typeface="Open Sans"/>
                <a:cs typeface="Open Sans"/>
                <a:sym typeface="Open Sans"/>
              </a:rPr>
              <a:t>Now repatriation of Rohingya people became a matter of great concern for Bangladesh. </a:t>
            </a:r>
            <a:endParaRPr/>
          </a:p>
          <a:p>
            <a:pPr marL="311150" lvl="0" indent="-311150" algn="just" rtl="0">
              <a:lnSpc>
                <a:spcPct val="100000"/>
              </a:lnSpc>
              <a:spcBef>
                <a:spcPts val="688"/>
              </a:spcBef>
              <a:spcAft>
                <a:spcPts val="0"/>
              </a:spcAft>
              <a:buClr>
                <a:srgbClr val="B13F9A"/>
              </a:buClr>
              <a:buSzPts val="1752"/>
              <a:buFont typeface="Noto Sans Symbols"/>
              <a:buChar char="❑"/>
            </a:pPr>
            <a:r>
              <a:rPr lang="en-US" sz="2400" b="1">
                <a:solidFill>
                  <a:srgbClr val="000000"/>
                </a:solidFill>
                <a:latin typeface="Open Sans"/>
                <a:ea typeface="Open Sans"/>
                <a:cs typeface="Open Sans"/>
                <a:sym typeface="Open Sans"/>
              </a:rPr>
              <a:t>Climate change problem: </a:t>
            </a:r>
            <a:r>
              <a:rPr lang="en-US" sz="2400">
                <a:solidFill>
                  <a:srgbClr val="000000"/>
                </a:solidFill>
                <a:latin typeface="Open Sans"/>
                <a:ea typeface="Open Sans"/>
                <a:cs typeface="Open Sans"/>
                <a:sym typeface="Open Sans"/>
              </a:rPr>
              <a:t>Bangladesh is one of the victim countries of climate change and global warming. </a:t>
            </a:r>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Rise in religious intolerance </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Development of extremism</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Shortage of Foreign diplomatic missions in abroad </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Inexperienced and reactive diplomats or manpower</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Patronizing corruption </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Political intolerance and mudslinging </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Absence of coordination and cooperation</a:t>
            </a:r>
            <a:endParaRPr sz="2400">
              <a:solidFill>
                <a:srgbClr val="000000"/>
              </a:solidFill>
              <a:latin typeface="Open Sans"/>
              <a:ea typeface="Open Sans"/>
              <a:cs typeface="Open Sans"/>
              <a:sym typeface="Open Sans"/>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Critical relationships between India-Bangladesh</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Inequitable distribution of resources </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Mistrust and misunderstandings</a:t>
            </a:r>
            <a:endParaRPr>
              <a:solidFill>
                <a:srgbClr val="000000"/>
              </a:solidFill>
            </a:endParaRPr>
          </a:p>
          <a:p>
            <a:pPr marL="311150" lvl="0" indent="-311150" algn="just" rtl="0">
              <a:lnSpc>
                <a:spcPct val="100000"/>
              </a:lnSpc>
              <a:spcBef>
                <a:spcPts val="688"/>
              </a:spcBef>
              <a:spcAft>
                <a:spcPts val="0"/>
              </a:spcAft>
              <a:buClr>
                <a:srgbClr val="000000"/>
              </a:buClr>
              <a:buSzPts val="1752"/>
              <a:buFont typeface="Noto Sans Symbols"/>
              <a:buChar char="❑"/>
            </a:pPr>
            <a:r>
              <a:rPr lang="en-US" sz="2400">
                <a:solidFill>
                  <a:srgbClr val="000000"/>
                </a:solidFill>
                <a:latin typeface="Open Sans"/>
                <a:ea typeface="Open Sans"/>
                <a:cs typeface="Open Sans"/>
                <a:sym typeface="Open Sans"/>
              </a:rPr>
              <a:t>One way foreign trade and investment </a:t>
            </a:r>
            <a:endParaRPr>
              <a:solidFill>
                <a:srgbClr val="000000"/>
              </a:solidFill>
            </a:endParaRPr>
          </a:p>
          <a:p>
            <a:pPr marL="274320" lvl="0" indent="0" algn="l" rtl="0">
              <a:lnSpc>
                <a:spcPct val="90000"/>
              </a:lnSpc>
              <a:spcBef>
                <a:spcPts val="1200"/>
              </a:spcBef>
              <a:spcAft>
                <a:spcPts val="1900"/>
              </a:spcAft>
              <a:buSzPts val="1800"/>
              <a:buNone/>
            </a:pPr>
            <a:endParaRPr/>
          </a:p>
        </p:txBody>
      </p:sp>
    </p:spTree>
  </p:cSld>
  <p:clrMapOvr>
    <a:masterClrMapping/>
  </p:clrMapOvr>
  <p:transition>
    <p:zoom dir="in"/>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5"/>
          <p:cNvSpPr txBox="1">
            <a:spLocks noGrp="1"/>
          </p:cNvSpPr>
          <p:nvPr>
            <p:ph type="title"/>
          </p:nvPr>
        </p:nvSpPr>
        <p:spPr>
          <a:xfrm>
            <a:off x="457200" y="182880"/>
            <a:ext cx="13441680"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Open Sans"/>
              <a:buNone/>
            </a:pPr>
            <a:r>
              <a:rPr lang="en-US" sz="4000">
                <a:solidFill>
                  <a:srgbClr val="FF0000"/>
                </a:solidFill>
                <a:latin typeface="Open Sans"/>
                <a:ea typeface="Open Sans"/>
                <a:cs typeface="Open Sans"/>
                <a:sym typeface="Open Sans"/>
              </a:rPr>
              <a:t>References</a:t>
            </a:r>
            <a:endParaRPr/>
          </a:p>
        </p:txBody>
      </p:sp>
      <p:sp>
        <p:nvSpPr>
          <p:cNvPr id="376" name="Google Shape;376;p15"/>
          <p:cNvSpPr txBox="1">
            <a:spLocks noGrp="1"/>
          </p:cNvSpPr>
          <p:nvPr>
            <p:ph type="body" idx="1"/>
          </p:nvPr>
        </p:nvSpPr>
        <p:spPr>
          <a:xfrm>
            <a:off x="192500" y="1554475"/>
            <a:ext cx="14221200" cy="6675000"/>
          </a:xfrm>
          <a:prstGeom prst="rect">
            <a:avLst/>
          </a:prstGeom>
          <a:solidFill>
            <a:schemeClr val="lt2"/>
          </a:solidFill>
          <a:ln>
            <a:noFill/>
          </a:ln>
        </p:spPr>
        <p:txBody>
          <a:bodyPr spcFirstLastPara="1" wrap="square" lIns="91425" tIns="45700" rIns="91425" bIns="45700" anchor="t" anchorCtr="0">
            <a:normAutofit/>
          </a:bodyPr>
          <a:lstStyle/>
          <a:p>
            <a:pPr marL="274320" lvl="0" indent="-274320" algn="just" rtl="0">
              <a:lnSpc>
                <a:spcPct val="90000"/>
              </a:lnSpc>
              <a:spcBef>
                <a:spcPts val="0"/>
              </a:spcBef>
              <a:spcAft>
                <a:spcPts val="0"/>
              </a:spcAft>
              <a:buClr>
                <a:schemeClr val="dk1"/>
              </a:buClr>
              <a:buSzPts val="2800"/>
              <a:buFont typeface="Noto Sans Symbols"/>
              <a:buChar char="❑"/>
            </a:pPr>
            <a:r>
              <a:rPr lang="en-US" sz="2800">
                <a:latin typeface="Open Sans"/>
                <a:ea typeface="Open Sans"/>
                <a:cs typeface="Open Sans"/>
                <a:sym typeface="Open Sans"/>
              </a:rPr>
              <a:t>Joseph, Frankel. (1995). The Making of Foreign Policy, New York : Freeman Press.</a:t>
            </a:r>
            <a:endParaRPr/>
          </a:p>
          <a:p>
            <a:pPr marL="274320" lvl="0" indent="-274320" algn="just" rtl="0">
              <a:lnSpc>
                <a:spcPct val="90000"/>
              </a:lnSpc>
              <a:spcBef>
                <a:spcPts val="1200"/>
              </a:spcBef>
              <a:spcAft>
                <a:spcPts val="0"/>
              </a:spcAft>
              <a:buClr>
                <a:schemeClr val="dk1"/>
              </a:buClr>
              <a:buSzPts val="2800"/>
              <a:buFont typeface="Noto Sans Symbols"/>
              <a:buChar char="❑"/>
            </a:pPr>
            <a:r>
              <a:rPr lang="en-US" sz="2800">
                <a:latin typeface="Open Sans"/>
                <a:ea typeface="Open Sans"/>
                <a:cs typeface="Open Sans"/>
                <a:sym typeface="Open Sans"/>
              </a:rPr>
              <a:t>Padel, Ford, Norman J. and Lincoln George A, (1992). The Dynamics of International Politics, Delhi : Book Hives</a:t>
            </a:r>
            <a:endParaRPr/>
          </a:p>
          <a:p>
            <a:pPr marL="274320" lvl="0" indent="-274320" algn="just" rtl="0">
              <a:lnSpc>
                <a:spcPct val="90000"/>
              </a:lnSpc>
              <a:spcBef>
                <a:spcPts val="1200"/>
              </a:spcBef>
              <a:spcAft>
                <a:spcPts val="0"/>
              </a:spcAft>
              <a:buClr>
                <a:schemeClr val="dk1"/>
              </a:buClr>
              <a:buSzPts val="2800"/>
              <a:buFont typeface="Noto Sans Symbols"/>
              <a:buChar char="❑"/>
            </a:pPr>
            <a:r>
              <a:rPr lang="en-US" sz="2800">
                <a:latin typeface="Open Sans"/>
                <a:ea typeface="Open Sans"/>
                <a:cs typeface="Open Sans"/>
                <a:sym typeface="Open Sans"/>
              </a:rPr>
              <a:t>Manners, Ian. &amp; Whiteman, Richard. (2000) The Foreign Policies of European Members States, Manchester : Manchester University press</a:t>
            </a:r>
            <a:endParaRPr/>
          </a:p>
          <a:p>
            <a:pPr marL="274320" lvl="0" indent="-274320" algn="just" rtl="0">
              <a:lnSpc>
                <a:spcPct val="90000"/>
              </a:lnSpc>
              <a:spcBef>
                <a:spcPts val="1200"/>
              </a:spcBef>
              <a:spcAft>
                <a:spcPts val="0"/>
              </a:spcAft>
              <a:buClr>
                <a:schemeClr val="dk1"/>
              </a:buClr>
              <a:buSzPts val="2800"/>
              <a:buFont typeface="Noto Sans Symbols"/>
              <a:buChar char="❑"/>
            </a:pPr>
            <a:r>
              <a:rPr lang="en-US" sz="2800">
                <a:latin typeface="Open Sans"/>
                <a:ea typeface="Open Sans"/>
                <a:cs typeface="Open Sans"/>
                <a:sym typeface="Open Sans"/>
              </a:rPr>
              <a:t>Haider, Zaglul. (2006). The Changing Pattern of Bangladesh Foreign Policy: A comparative Study of the Mujib and Zia Regimes. The University Press Limited. </a:t>
            </a:r>
            <a:endParaRPr/>
          </a:p>
          <a:p>
            <a:pPr marL="274320" lvl="0" indent="-274320" algn="just" rtl="0">
              <a:lnSpc>
                <a:spcPct val="90000"/>
              </a:lnSpc>
              <a:spcBef>
                <a:spcPts val="1200"/>
              </a:spcBef>
              <a:spcAft>
                <a:spcPts val="1900"/>
              </a:spcAft>
              <a:buClr>
                <a:schemeClr val="dk1"/>
              </a:buClr>
              <a:buSzPts val="3100"/>
              <a:buNone/>
            </a:pPr>
            <a:endParaRPr sz="3100">
              <a:latin typeface="Open Sans"/>
              <a:ea typeface="Open Sans"/>
              <a:cs typeface="Open Sans"/>
              <a:sym typeface="Open Sans"/>
            </a:endParaRPr>
          </a:p>
        </p:txBody>
      </p:sp>
    </p:spTree>
  </p:cSld>
  <p:clrMapOvr>
    <a:masterClrMapping/>
  </p:clrMapOvr>
  <p:transition>
    <p:zoom dir="in"/>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6"/>
          <p:cNvSpPr txBox="1">
            <a:spLocks noGrp="1"/>
          </p:cNvSpPr>
          <p:nvPr>
            <p:ph type="title"/>
          </p:nvPr>
        </p:nvSpPr>
        <p:spPr>
          <a:xfrm>
            <a:off x="731520" y="182880"/>
            <a:ext cx="13167360"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Open Sans"/>
              <a:buNone/>
            </a:pPr>
            <a:r>
              <a:rPr lang="en-US" sz="4000">
                <a:solidFill>
                  <a:srgbClr val="FF0000"/>
                </a:solidFill>
                <a:latin typeface="Open Sans"/>
                <a:ea typeface="Open Sans"/>
                <a:cs typeface="Open Sans"/>
                <a:sym typeface="Open Sans"/>
              </a:rPr>
              <a:t>Chapter Related Questions:</a:t>
            </a:r>
            <a:endParaRPr/>
          </a:p>
        </p:txBody>
      </p:sp>
      <p:sp>
        <p:nvSpPr>
          <p:cNvPr id="382" name="Google Shape;382;p16"/>
          <p:cNvSpPr txBox="1">
            <a:spLocks noGrp="1"/>
          </p:cNvSpPr>
          <p:nvPr>
            <p:ph type="body" idx="1"/>
          </p:nvPr>
        </p:nvSpPr>
        <p:spPr>
          <a:xfrm>
            <a:off x="731520" y="1554480"/>
            <a:ext cx="13365480" cy="6217920"/>
          </a:xfrm>
          <a:prstGeom prst="rect">
            <a:avLst/>
          </a:prstGeom>
          <a:noFill/>
          <a:ln>
            <a:noFill/>
          </a:ln>
        </p:spPr>
        <p:txBody>
          <a:bodyPr spcFirstLastPara="1" wrap="square" lIns="91425" tIns="45700" rIns="91425" bIns="45700" anchor="t" anchorCtr="0">
            <a:normAutofit/>
          </a:bodyPr>
          <a:lstStyle/>
          <a:p>
            <a:pPr marL="274320" lvl="0" indent="-274320" algn="l" rtl="0">
              <a:lnSpc>
                <a:spcPct val="90000"/>
              </a:lnSpc>
              <a:spcBef>
                <a:spcPts val="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What is foreign policy?</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Discuss the key objectives of Bangladesh foreign policy.</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Write down the legal framework of Bangladesh foreign policy.</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Discuss the principles of Bangladesh foreign policy.</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Mention the key factors</a:t>
            </a:r>
            <a:r>
              <a:rPr lang="en-US" sz="3200">
                <a:solidFill>
                  <a:srgbClr val="000000"/>
                </a:solidFill>
                <a:latin typeface="Times New Roman"/>
                <a:ea typeface="Times New Roman"/>
                <a:cs typeface="Times New Roman"/>
                <a:sym typeface="Times New Roman"/>
              </a:rPr>
              <a:t> or determinants</a:t>
            </a:r>
            <a:r>
              <a:rPr lang="en-US" sz="3000">
                <a:solidFill>
                  <a:srgbClr val="000000"/>
                </a:solidFill>
                <a:latin typeface="Times New Roman"/>
                <a:ea typeface="Times New Roman"/>
                <a:cs typeface="Times New Roman"/>
                <a:sym typeface="Times New Roman"/>
              </a:rPr>
              <a:t> that affect in Bangladesh foreign policy.</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What bodies are mainly responsible for decision making process of Bangladesh foreign policy?</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rgbClr val="000000"/>
              </a:buClr>
              <a:buSzPts val="3000"/>
              <a:buFont typeface="Times New Roman"/>
              <a:buChar char="●"/>
            </a:pPr>
            <a:r>
              <a:rPr lang="en-US" sz="3000">
                <a:solidFill>
                  <a:srgbClr val="000000"/>
                </a:solidFill>
                <a:latin typeface="Times New Roman"/>
                <a:ea typeface="Times New Roman"/>
                <a:cs typeface="Times New Roman"/>
                <a:sym typeface="Times New Roman"/>
              </a:rPr>
              <a:t>Discuss the key outcomes of Bangladesh foreign policy in various regimes. </a:t>
            </a:r>
            <a:endParaRPr>
              <a:solidFill>
                <a:srgbClr val="000000"/>
              </a:solidFill>
              <a:latin typeface="Times New Roman"/>
              <a:ea typeface="Times New Roman"/>
              <a:cs typeface="Times New Roman"/>
              <a:sym typeface="Times New Roman"/>
            </a:endParaRPr>
          </a:p>
          <a:p>
            <a:pPr marL="274320" lvl="0" indent="-274320" algn="l" rtl="0">
              <a:lnSpc>
                <a:spcPct val="90000"/>
              </a:lnSpc>
              <a:spcBef>
                <a:spcPts val="1200"/>
              </a:spcBef>
              <a:spcAft>
                <a:spcPts val="0"/>
              </a:spcAft>
              <a:buClr>
                <a:schemeClr val="dk1"/>
              </a:buClr>
              <a:buSzPts val="3000"/>
              <a:buFont typeface="Times New Roman"/>
              <a:buChar char="●"/>
            </a:pPr>
            <a:r>
              <a:rPr lang="en-US" sz="3000">
                <a:solidFill>
                  <a:srgbClr val="000000"/>
                </a:solidFill>
                <a:latin typeface="Times New Roman"/>
                <a:ea typeface="Times New Roman"/>
                <a:cs typeface="Times New Roman"/>
                <a:sym typeface="Times New Roman"/>
              </a:rPr>
              <a:t>Explain the prime </a:t>
            </a:r>
            <a:r>
              <a:rPr lang="en-US" sz="3200">
                <a:solidFill>
                  <a:srgbClr val="000000"/>
                </a:solidFill>
                <a:latin typeface="Times New Roman"/>
                <a:ea typeface="Times New Roman"/>
                <a:cs typeface="Times New Roman"/>
                <a:sym typeface="Times New Roman"/>
              </a:rPr>
              <a:t>challenges or problems of Bangladesh foreign policy</a:t>
            </a:r>
            <a:r>
              <a:rPr lang="en-US" sz="3000">
                <a:solidFill>
                  <a:srgbClr val="000000"/>
                </a:solidFill>
                <a:latin typeface="Times New Roman"/>
                <a:ea typeface="Times New Roman"/>
                <a:cs typeface="Times New Roman"/>
                <a:sym typeface="Times New Roman"/>
              </a:rPr>
              <a:t>.</a:t>
            </a:r>
            <a:r>
              <a:rPr lang="en-US" sz="3000">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274320" lvl="0" indent="-60960" algn="l" rtl="0">
              <a:lnSpc>
                <a:spcPct val="90000"/>
              </a:lnSpc>
              <a:spcBef>
                <a:spcPts val="1200"/>
              </a:spcBef>
              <a:spcAft>
                <a:spcPts val="1900"/>
              </a:spcAft>
              <a:buClr>
                <a:schemeClr val="dk1"/>
              </a:buClr>
              <a:buSzPts val="3360"/>
              <a:buNone/>
            </a:pPr>
            <a:endParaRPr/>
          </a:p>
        </p:txBody>
      </p:sp>
    </p:spTree>
  </p:cSld>
  <p:clrMapOvr>
    <a:masterClrMapping/>
  </p:clrMapOvr>
  <p:transition>
    <p:zoom dir="in"/>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7"/>
          <p:cNvSpPr txBox="1">
            <a:spLocks noGrp="1"/>
          </p:cNvSpPr>
          <p:nvPr>
            <p:ph type="title"/>
          </p:nvPr>
        </p:nvSpPr>
        <p:spPr>
          <a:xfrm>
            <a:off x="731520" y="0"/>
            <a:ext cx="13167360" cy="11887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600"/>
              <a:buFont typeface="Open Sans"/>
              <a:buNone/>
            </a:pPr>
            <a:r>
              <a:rPr lang="en-US" sz="4600">
                <a:solidFill>
                  <a:srgbClr val="FF0000"/>
                </a:solidFill>
                <a:latin typeface="Open Sans"/>
                <a:ea typeface="Open Sans"/>
                <a:cs typeface="Open Sans"/>
                <a:sym typeface="Open Sans"/>
              </a:rPr>
              <a:t>Open discussion</a:t>
            </a:r>
            <a:endParaRPr/>
          </a:p>
        </p:txBody>
      </p:sp>
      <p:sp>
        <p:nvSpPr>
          <p:cNvPr id="388" name="Google Shape;388;p17"/>
          <p:cNvSpPr txBox="1">
            <a:spLocks noGrp="1"/>
          </p:cNvSpPr>
          <p:nvPr>
            <p:ph type="body" idx="1"/>
          </p:nvPr>
        </p:nvSpPr>
        <p:spPr>
          <a:xfrm>
            <a:off x="731520" y="1463040"/>
            <a:ext cx="13167360" cy="6766560"/>
          </a:xfrm>
          <a:prstGeom prst="rect">
            <a:avLst/>
          </a:prstGeom>
          <a:noFill/>
          <a:ln>
            <a:noFill/>
          </a:ln>
        </p:spPr>
        <p:txBody>
          <a:bodyPr spcFirstLastPara="1" wrap="square" lIns="91425" tIns="45700" rIns="91425" bIns="45700" anchor="t" anchorCtr="0">
            <a:normAutofit/>
          </a:bodyPr>
          <a:lstStyle/>
          <a:p>
            <a:pPr marL="274320" lvl="0" indent="-274320" algn="l" rtl="0">
              <a:lnSpc>
                <a:spcPct val="90000"/>
              </a:lnSpc>
              <a:spcBef>
                <a:spcPts val="0"/>
              </a:spcBef>
              <a:spcAft>
                <a:spcPts val="0"/>
              </a:spcAft>
              <a:buClr>
                <a:schemeClr val="accent5"/>
              </a:buClr>
              <a:buSzPts val="3400"/>
              <a:buChar char="●"/>
            </a:pPr>
            <a:r>
              <a:rPr lang="en-US" sz="3400">
                <a:latin typeface="Open Sans"/>
                <a:ea typeface="Open Sans"/>
                <a:cs typeface="Open Sans"/>
                <a:sym typeface="Open Sans"/>
              </a:rPr>
              <a:t>What did you learn from today’s class?</a:t>
            </a:r>
            <a:endParaRPr/>
          </a:p>
          <a:p>
            <a:pPr marL="274320" lvl="0" indent="-274320" algn="l" rtl="0">
              <a:lnSpc>
                <a:spcPct val="90000"/>
              </a:lnSpc>
              <a:spcBef>
                <a:spcPts val="1200"/>
              </a:spcBef>
              <a:spcAft>
                <a:spcPts val="0"/>
              </a:spcAft>
              <a:buClr>
                <a:schemeClr val="accent5"/>
              </a:buClr>
              <a:buSzPts val="3400"/>
              <a:buChar char="●"/>
            </a:pPr>
            <a:r>
              <a:rPr lang="en-US" sz="3400">
                <a:latin typeface="Open Sans"/>
                <a:ea typeface="Open Sans"/>
                <a:cs typeface="Open Sans"/>
                <a:sym typeface="Open Sans"/>
              </a:rPr>
              <a:t>Think about yourself  how you will contribute?</a:t>
            </a:r>
            <a:endParaRPr/>
          </a:p>
          <a:p>
            <a:pPr marL="274320" lvl="0" indent="-274320" algn="l" rtl="0">
              <a:lnSpc>
                <a:spcPct val="90000"/>
              </a:lnSpc>
              <a:spcBef>
                <a:spcPts val="1200"/>
              </a:spcBef>
              <a:spcAft>
                <a:spcPts val="0"/>
              </a:spcAft>
              <a:buClr>
                <a:schemeClr val="accent5"/>
              </a:buClr>
              <a:buSzPts val="3400"/>
              <a:buChar char="●"/>
            </a:pPr>
            <a:r>
              <a:rPr lang="en-US" sz="3400">
                <a:latin typeface="Open Sans"/>
                <a:ea typeface="Open Sans"/>
                <a:cs typeface="Open Sans"/>
                <a:sym typeface="Open Sans"/>
              </a:rPr>
              <a:t>Mention couple problems that you unable to understand.</a:t>
            </a:r>
            <a:endParaRPr/>
          </a:p>
          <a:p>
            <a:pPr marL="274320" lvl="0" indent="-274320" algn="l" rtl="0">
              <a:lnSpc>
                <a:spcPct val="90000"/>
              </a:lnSpc>
              <a:spcBef>
                <a:spcPts val="1200"/>
              </a:spcBef>
              <a:spcAft>
                <a:spcPts val="0"/>
              </a:spcAft>
              <a:buClr>
                <a:schemeClr val="accent5"/>
              </a:buClr>
              <a:buSzPts val="3400"/>
              <a:buChar char="●"/>
            </a:pPr>
            <a:r>
              <a:rPr lang="en-US" sz="3400">
                <a:latin typeface="Open Sans"/>
                <a:ea typeface="Open Sans"/>
                <a:cs typeface="Open Sans"/>
                <a:sym typeface="Open Sans"/>
              </a:rPr>
              <a:t>How can you assess today’s class environment? </a:t>
            </a:r>
            <a:endParaRPr/>
          </a:p>
          <a:p>
            <a:pPr marL="274320" lvl="0" indent="-274320" algn="l" rtl="0">
              <a:lnSpc>
                <a:spcPct val="90000"/>
              </a:lnSpc>
              <a:spcBef>
                <a:spcPts val="1200"/>
              </a:spcBef>
              <a:spcAft>
                <a:spcPts val="0"/>
              </a:spcAft>
              <a:buClr>
                <a:schemeClr val="dk1"/>
              </a:buClr>
              <a:buSzPts val="3400"/>
              <a:buChar char="●"/>
            </a:pPr>
            <a:r>
              <a:rPr lang="en-US" sz="3400">
                <a:latin typeface="Open Sans"/>
                <a:ea typeface="Open Sans"/>
                <a:cs typeface="Open Sans"/>
                <a:sym typeface="Open Sans"/>
              </a:rPr>
              <a:t>What did you achieve from this class?</a:t>
            </a:r>
            <a:endParaRPr/>
          </a:p>
          <a:p>
            <a:pPr marL="274320" lvl="0" indent="-274320" algn="l" rtl="0">
              <a:lnSpc>
                <a:spcPct val="90000"/>
              </a:lnSpc>
              <a:spcBef>
                <a:spcPts val="1200"/>
              </a:spcBef>
              <a:spcAft>
                <a:spcPts val="0"/>
              </a:spcAft>
              <a:buClr>
                <a:schemeClr val="dk1"/>
              </a:buClr>
              <a:buSzPts val="3400"/>
              <a:buChar char="●"/>
            </a:pPr>
            <a:r>
              <a:rPr lang="en-US" sz="3400">
                <a:latin typeface="Open Sans"/>
                <a:ea typeface="Open Sans"/>
                <a:cs typeface="Open Sans"/>
                <a:sym typeface="Open Sans"/>
              </a:rPr>
              <a:t>How can we make it more active and impressive?</a:t>
            </a:r>
            <a:endParaRPr/>
          </a:p>
          <a:p>
            <a:pPr marL="274320" lvl="0" indent="-58420" algn="l" rtl="0">
              <a:lnSpc>
                <a:spcPct val="90000"/>
              </a:lnSpc>
              <a:spcBef>
                <a:spcPts val="1200"/>
              </a:spcBef>
              <a:spcAft>
                <a:spcPts val="0"/>
              </a:spcAft>
              <a:buClr>
                <a:schemeClr val="dk1"/>
              </a:buClr>
              <a:buSzPts val="3400"/>
              <a:buNone/>
            </a:pPr>
            <a:endParaRPr sz="3400">
              <a:latin typeface="Open Sans"/>
              <a:ea typeface="Open Sans"/>
              <a:cs typeface="Open Sans"/>
              <a:sym typeface="Open Sans"/>
            </a:endParaRPr>
          </a:p>
          <a:p>
            <a:pPr marL="274320" lvl="0" indent="-274320" algn="l" rtl="0">
              <a:lnSpc>
                <a:spcPct val="90000"/>
              </a:lnSpc>
              <a:spcBef>
                <a:spcPts val="1200"/>
              </a:spcBef>
              <a:spcAft>
                <a:spcPts val="0"/>
              </a:spcAft>
              <a:buClr>
                <a:schemeClr val="dk1"/>
              </a:buClr>
              <a:buSzPts val="3400"/>
              <a:buNone/>
            </a:pPr>
            <a:endParaRPr sz="3400">
              <a:latin typeface="Open Sans"/>
              <a:ea typeface="Open Sans"/>
              <a:cs typeface="Open Sans"/>
              <a:sym typeface="Open Sans"/>
            </a:endParaRPr>
          </a:p>
          <a:p>
            <a:pPr marL="274320" lvl="0" indent="-274320" algn="r" rtl="0">
              <a:lnSpc>
                <a:spcPct val="90000"/>
              </a:lnSpc>
              <a:spcBef>
                <a:spcPts val="1200"/>
              </a:spcBef>
              <a:spcAft>
                <a:spcPts val="1900"/>
              </a:spcAft>
              <a:buClr>
                <a:srgbClr val="00B050"/>
              </a:buClr>
              <a:buSzPts val="6900"/>
              <a:buNone/>
            </a:pPr>
            <a:r>
              <a:rPr lang="en-US" sz="6900">
                <a:solidFill>
                  <a:srgbClr val="00B050"/>
                </a:solidFill>
                <a:latin typeface="Open Sans"/>
                <a:ea typeface="Open Sans"/>
                <a:cs typeface="Open Sans"/>
                <a:sym typeface="Open Sans"/>
              </a:rPr>
              <a:t>Thank you all.</a:t>
            </a:r>
            <a:endParaRPr sz="6900">
              <a:solidFill>
                <a:srgbClr val="00B050"/>
              </a:solidFill>
            </a:endParaRPr>
          </a:p>
        </p:txBody>
      </p:sp>
    </p:spTree>
  </p:cSld>
  <p:clrMapOvr>
    <a:masterClrMapping/>
  </p:clrMapOvr>
  <p:transition>
    <p:push/>
  </p:transition>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1699</Words>
  <Application>Microsoft Office PowerPoint</Application>
  <PresentationFormat>Custom</PresentationFormat>
  <Paragraphs>228</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Times New Roman</vt:lpstr>
      <vt:lpstr>Open Sans</vt:lpstr>
      <vt:lpstr>Maven Pro</vt:lpstr>
      <vt:lpstr>Arial</vt:lpstr>
      <vt:lpstr>Noto Sans Symbols</vt:lpstr>
      <vt:lpstr>Nunito</vt:lpstr>
      <vt:lpstr>Calibri</vt:lpstr>
      <vt:lpstr>Courier New</vt:lpstr>
      <vt:lpstr>Momentum</vt:lpstr>
      <vt:lpstr>Bangladesh in International Affairs</vt:lpstr>
      <vt:lpstr>                 Objectives of this Class</vt:lpstr>
      <vt:lpstr>       Foreign Policy: Concept</vt:lpstr>
      <vt:lpstr>Objectives of Bangladesh Foreign policy</vt:lpstr>
      <vt:lpstr>     Principles of Bangladesh Foreign policy</vt:lpstr>
      <vt:lpstr>Embassies and High commissions in Bangladesh</vt:lpstr>
      <vt:lpstr>      Mission of Bangladesh in Abroad</vt:lpstr>
      <vt:lpstr>            Determinants of Bangladesh Foreign Policy</vt:lpstr>
      <vt:lpstr>  Foreign policy decision-making process in Bangladesh</vt:lpstr>
      <vt:lpstr>Outcomes of Bangladesh Foreign Policy in different era</vt:lpstr>
      <vt:lpstr>         Outcomes of Bangladesh Foreign Policy</vt:lpstr>
      <vt:lpstr>     Outcomes of Bangladesh Foreign Policy</vt:lpstr>
      <vt:lpstr>Outcomes of Bangladesh Foreign Policy</vt:lpstr>
      <vt:lpstr>Challenges or Problems of Bangladesh Foreign Policys</vt:lpstr>
      <vt:lpstr>References</vt:lpstr>
      <vt:lpstr>Chapter Related Questions:</vt:lpstr>
      <vt:lpstr>Open discussion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Bangladesh in International Affairs</dc:title>
  <dc:creator>Motiur Rahman Hasan</dc:creator>
  <cp:lastModifiedBy>DIU</cp:lastModifiedBy>
  <cp:revision>1</cp:revision>
  <dcterms:created xsi:type="dcterms:W3CDTF">2006-08-16T00:00:00Z</dcterms:created>
  <dcterms:modified xsi:type="dcterms:W3CDTF">2026-01-10T06:20:43Z</dcterms:modified>
</cp:coreProperties>
</file>